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3973" r:id="rId5"/>
  </p:sldMasterIdLst>
  <p:notesMasterIdLst>
    <p:notesMasterId r:id="rId31"/>
  </p:notesMasterIdLst>
  <p:handoutMasterIdLst>
    <p:handoutMasterId r:id="rId32"/>
  </p:handoutMasterIdLst>
  <p:sldIdLst>
    <p:sldId id="671" r:id="rId6"/>
    <p:sldId id="2088197562" r:id="rId7"/>
    <p:sldId id="2088197547" r:id="rId8"/>
    <p:sldId id="516" r:id="rId9"/>
    <p:sldId id="2088197548" r:id="rId10"/>
    <p:sldId id="2088197549" r:id="rId11"/>
    <p:sldId id="2088197550" r:id="rId12"/>
    <p:sldId id="2088197556" r:id="rId13"/>
    <p:sldId id="2088197553" r:id="rId14"/>
    <p:sldId id="2088197563" r:id="rId15"/>
    <p:sldId id="2088197564" r:id="rId16"/>
    <p:sldId id="2088197565" r:id="rId17"/>
    <p:sldId id="2088197541" r:id="rId18"/>
    <p:sldId id="2088197569" r:id="rId19"/>
    <p:sldId id="2088197573" r:id="rId20"/>
    <p:sldId id="2088197503" r:id="rId21"/>
    <p:sldId id="2088197544" r:id="rId22"/>
    <p:sldId id="2088197561" r:id="rId23"/>
    <p:sldId id="2088197567" r:id="rId24"/>
    <p:sldId id="2088197566" r:id="rId25"/>
    <p:sldId id="2088197559" r:id="rId26"/>
    <p:sldId id="2088197568" r:id="rId27"/>
    <p:sldId id="2088197572" r:id="rId28"/>
    <p:sldId id="2088197571" r:id="rId29"/>
    <p:sldId id="2310" r:id="rId30"/>
  </p:sldIdLst>
  <p:sldSz cx="12192000" cy="6858000"/>
  <p:notesSz cx="7077075" cy="9363075"/>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82F410-67EF-4FD2-8174-FF9B1B249C0D}">
          <p14:sldIdLst>
            <p14:sldId id="671"/>
            <p14:sldId id="2088197562"/>
            <p14:sldId id="2088197547"/>
            <p14:sldId id="516"/>
            <p14:sldId id="2088197548"/>
            <p14:sldId id="2088197549"/>
            <p14:sldId id="2088197550"/>
            <p14:sldId id="2088197556"/>
            <p14:sldId id="2088197553"/>
            <p14:sldId id="2088197563"/>
            <p14:sldId id="2088197564"/>
            <p14:sldId id="2088197565"/>
            <p14:sldId id="2088197541"/>
            <p14:sldId id="2088197569"/>
            <p14:sldId id="2088197573"/>
            <p14:sldId id="2088197503"/>
            <p14:sldId id="2088197544"/>
            <p14:sldId id="2088197561"/>
            <p14:sldId id="2088197567"/>
            <p14:sldId id="2088197566"/>
            <p14:sldId id="2088197559"/>
            <p14:sldId id="2088197568"/>
            <p14:sldId id="2088197572"/>
            <p14:sldId id="2088197571"/>
            <p14:sldId id="2310"/>
          </p14:sldIdLst>
        </p14:section>
      </p14:sectionLst>
    </p:ex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593" userDrawn="1">
          <p15:clr>
            <a:srgbClr val="A4A3A4"/>
          </p15:clr>
        </p15:guide>
        <p15:guide id="13" orient="horz" pos="2568" userDrawn="1">
          <p15:clr>
            <a:srgbClr val="A4A3A4"/>
          </p15:clr>
        </p15:guide>
        <p15:guide id="14" orient="horz" pos="3072" userDrawn="1">
          <p15:clr>
            <a:srgbClr val="A4A3A4"/>
          </p15:clr>
        </p15:guide>
        <p15:guide id="15" orient="horz" pos="3589" userDrawn="1">
          <p15:clr>
            <a:srgbClr val="A4A3A4"/>
          </p15:clr>
        </p15:guide>
      </p15:sldGuideLst>
    </p:ext>
    <p:ext uri="{2D200454-40CA-4A62-9FC3-DE9A4176ACB9}">
      <p15:notesGuideLst xmlns:p15="http://schemas.microsoft.com/office/powerpoint/2012/main">
        <p15:guide id="1" orient="horz" pos="2949" userDrawn="1">
          <p15:clr>
            <a:srgbClr val="A4A3A4"/>
          </p15:clr>
        </p15:guide>
        <p15:guide id="2" pos="22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Hammerl, Christian" initials="HC" lastIdx="8" clrIdx="6">
    <p:extLst>
      <p:ext uri="{19B8F6BF-5375-455C-9EA6-DF929625EA0E}">
        <p15:presenceInfo xmlns:p15="http://schemas.microsoft.com/office/powerpoint/2012/main" userId="S::chammerl@deloitte.com::aad659e5-2b75-49c3-add8-3b23c94c2a72" providerId="AD"/>
      </p:ext>
    </p:extLst>
  </p:cmAuthor>
  <p:cmAuthor id="1" name="Shapiro, Amy" initials="SA" lastIdx="7" clrIdx="0">
    <p:extLst>
      <p:ext uri="{19B8F6BF-5375-455C-9EA6-DF929625EA0E}">
        <p15:presenceInfo xmlns:p15="http://schemas.microsoft.com/office/powerpoint/2012/main" userId="S::amyshapiro@deloitte.com::296a63b1-e9c9-45a0-9e98-828400b0874b" providerId="AD"/>
      </p:ext>
    </p:extLst>
  </p:cmAuthor>
  <p:cmAuthor id="8" name="Vaidya, Sachin S" initials="VSS" lastIdx="13" clrIdx="7">
    <p:extLst>
      <p:ext uri="{19B8F6BF-5375-455C-9EA6-DF929625EA0E}">
        <p15:presenceInfo xmlns:p15="http://schemas.microsoft.com/office/powerpoint/2012/main" userId="S::svaidya@deloitte.com::f0cec56a-c24a-4764-b0c0-724223a62cfa" providerId="AD"/>
      </p:ext>
    </p:extLst>
  </p:cmAuthor>
  <p:cmAuthor id="2" name="Hsu, Caroline" initials="HC" lastIdx="16" clrIdx="1">
    <p:extLst>
      <p:ext uri="{19B8F6BF-5375-455C-9EA6-DF929625EA0E}">
        <p15:presenceInfo xmlns:p15="http://schemas.microsoft.com/office/powerpoint/2012/main" userId="S::chsu@deloitte.com::84567473-4e6d-4044-b3c7-98312297eb16" providerId="AD"/>
      </p:ext>
    </p:extLst>
  </p:cmAuthor>
  <p:cmAuthor id="9" name="O'Connor, Rachel" initials="OR" lastIdx="6" clrIdx="8">
    <p:extLst>
      <p:ext uri="{19B8F6BF-5375-455C-9EA6-DF929625EA0E}">
        <p15:presenceInfo xmlns:p15="http://schemas.microsoft.com/office/powerpoint/2012/main" userId="S::raoconnor@deloitte.com::5426f92e-8f96-4c60-9b57-d1159e7f9bfa" providerId="AD"/>
      </p:ext>
    </p:extLst>
  </p:cmAuthor>
  <p:cmAuthor id="3" name="Sutanto, Christian" initials="SC" lastIdx="3" clrIdx="2">
    <p:extLst>
      <p:ext uri="{19B8F6BF-5375-455C-9EA6-DF929625EA0E}">
        <p15:presenceInfo xmlns:p15="http://schemas.microsoft.com/office/powerpoint/2012/main" userId="S::csutanto@deloitte.com::c13dee1d-3fc9-4dfe-8dc5-6357f3dd4b46" providerId="AD"/>
      </p:ext>
    </p:extLst>
  </p:cmAuthor>
  <p:cmAuthor id="4" name="Eremin, Grace" initials="EG" lastIdx="12" clrIdx="3">
    <p:extLst>
      <p:ext uri="{19B8F6BF-5375-455C-9EA6-DF929625EA0E}">
        <p15:presenceInfo xmlns:p15="http://schemas.microsoft.com/office/powerpoint/2012/main" userId="S::geremin@deloitte.com::cc5f1748-1bff-4510-a880-9beddd5cd473" providerId="AD"/>
      </p:ext>
    </p:extLst>
  </p:cmAuthor>
  <p:cmAuthor id="5" name="Tsao, Michael" initials="TM" lastIdx="3" clrIdx="4">
    <p:extLst>
      <p:ext uri="{19B8F6BF-5375-455C-9EA6-DF929625EA0E}">
        <p15:presenceInfo xmlns:p15="http://schemas.microsoft.com/office/powerpoint/2012/main" userId="S::mitsao@deloitte.com::635a9535-6fb7-4d91-bd4d-e8a3611998e7" providerId="AD"/>
      </p:ext>
    </p:extLst>
  </p:cmAuthor>
  <p:cmAuthor id="6" name="Rauch, Mike" initials="RM" lastIdx="3" clrIdx="5">
    <p:extLst>
      <p:ext uri="{19B8F6BF-5375-455C-9EA6-DF929625EA0E}">
        <p15:presenceInfo xmlns:p15="http://schemas.microsoft.com/office/powerpoint/2012/main" userId="S::mirauch@deloitte.com::bc5bbfa6-f345-4131-befd-c8d2b3c8ff3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6890D"/>
    <a:srgbClr val="F6F6F6"/>
    <a:srgbClr val="86BC25"/>
    <a:srgbClr val="005587"/>
    <a:srgbClr val="0D8390"/>
    <a:srgbClr val="6E9DB8"/>
    <a:srgbClr val="53565A"/>
    <a:srgbClr val="000000"/>
    <a:srgbClr val="BCBC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DE88C8-6A74-4055-97DB-A9FBDAD851FB}" v="3" dt="2022-01-27T14:14:09.252"/>
    <p1510:client id="{49CCDF26-2F88-AE92-932A-943132E64C4E}" v="29" dt="2022-01-27T20:29:36.727"/>
    <p1510:client id="{69183A04-4EA1-6BEC-CD4E-A57B9D45DB03}" v="9" dt="2022-01-27T14:34:34.065"/>
    <p1510:client id="{70DB56A7-E987-7779-5487-892822AE3842}" v="4" dt="2022-01-27T16:58:10.070"/>
    <p1510:client id="{E28D16C2-E09D-44EC-A20A-C418292B0D7C}" v="202" dt="2022-01-28T08:41:30.2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1057" y="30"/>
      </p:cViewPr>
      <p:guideLst>
        <p:guide/>
        <p:guide orient="horz" pos="2047"/>
        <p:guide orient="horz" pos="1593"/>
        <p:guide orient="horz" pos="2568"/>
        <p:guide orient="horz" pos="3072"/>
        <p:guide orient="horz" pos="358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49"/>
        <p:guide pos="222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066943" cy="467646"/>
          </a:xfrm>
          <a:prstGeom prst="rect">
            <a:avLst/>
          </a:prstGeom>
        </p:spPr>
        <p:txBody>
          <a:bodyPr vert="horz" lIns="88349" tIns="44175" rIns="88349" bIns="44175"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008550" y="1"/>
            <a:ext cx="3066943" cy="467646"/>
          </a:xfrm>
          <a:prstGeom prst="rect">
            <a:avLst/>
          </a:prstGeom>
        </p:spPr>
        <p:txBody>
          <a:bodyPr vert="horz" lIns="88349" tIns="44175" rIns="88349" bIns="44175" rtlCol="0"/>
          <a:lstStyle>
            <a:lvl1pPr algn="r">
              <a:defRPr sz="1100"/>
            </a:lvl1pPr>
          </a:lstStyle>
          <a:p>
            <a:fld id="{B4AD245C-091B-44E2-BFB0-BD94217887F7}" type="datetimeFigureOut">
              <a:rPr lang="en-US" smtClean="0">
                <a:latin typeface="Arial" panose="020B0604020202020204" pitchFamily="34" charset="0"/>
              </a:rPr>
              <a:t>1/28/2022</a:t>
            </a:fld>
            <a:endParaRPr lang="en-US">
              <a:latin typeface="Arial" panose="020B0604020202020204" pitchFamily="34" charset="0"/>
            </a:endParaRPr>
          </a:p>
        </p:txBody>
      </p:sp>
      <p:sp>
        <p:nvSpPr>
          <p:cNvPr id="4" name="Footer Placeholder 3"/>
          <p:cNvSpPr>
            <a:spLocks noGrp="1"/>
          </p:cNvSpPr>
          <p:nvPr>
            <p:ph type="ftr" sz="quarter" idx="2"/>
          </p:nvPr>
        </p:nvSpPr>
        <p:spPr>
          <a:xfrm>
            <a:off x="4" y="8893979"/>
            <a:ext cx="3066943" cy="467646"/>
          </a:xfrm>
          <a:prstGeom prst="rect">
            <a:avLst/>
          </a:prstGeom>
        </p:spPr>
        <p:txBody>
          <a:bodyPr vert="horz" lIns="88349" tIns="44175" rIns="88349" bIns="44175"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008550" y="8893979"/>
            <a:ext cx="3066943" cy="467646"/>
          </a:xfrm>
          <a:prstGeom prst="rect">
            <a:avLst/>
          </a:prstGeom>
        </p:spPr>
        <p:txBody>
          <a:bodyPr vert="horz" lIns="88349" tIns="44175" rIns="88349" bIns="44175"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66733" cy="468154"/>
          </a:xfrm>
          <a:prstGeom prst="rect">
            <a:avLst/>
          </a:prstGeom>
        </p:spPr>
        <p:txBody>
          <a:bodyPr vert="horz" lIns="95701" tIns="47849" rIns="95701" bIns="47849"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008706" y="1"/>
            <a:ext cx="3066733" cy="468154"/>
          </a:xfrm>
          <a:prstGeom prst="rect">
            <a:avLst/>
          </a:prstGeom>
        </p:spPr>
        <p:txBody>
          <a:bodyPr vert="horz" lIns="95701" tIns="47849" rIns="95701" bIns="47849" rtlCol="0"/>
          <a:lstStyle>
            <a:lvl1pPr algn="r">
              <a:defRPr sz="1200">
                <a:latin typeface="Arial" panose="020B0604020202020204" pitchFamily="34" charset="0"/>
              </a:defRPr>
            </a:lvl1pPr>
          </a:lstStyle>
          <a:p>
            <a:fld id="{0BA5BBE4-AEA3-489A-A28E-0C2FAF2506E3}" type="datetimeFigureOut">
              <a:rPr lang="en-US" smtClean="0"/>
              <a:pPr/>
              <a:t>1/28/2022</a:t>
            </a:fld>
            <a:endParaRPr lang="en-US"/>
          </a:p>
        </p:txBody>
      </p:sp>
      <p:sp>
        <p:nvSpPr>
          <p:cNvPr id="4" name="Slide Image Placeholder 3"/>
          <p:cNvSpPr>
            <a:spLocks noGrp="1" noRot="1" noChangeAspect="1"/>
          </p:cNvSpPr>
          <p:nvPr>
            <p:ph type="sldImg" idx="2"/>
          </p:nvPr>
        </p:nvSpPr>
        <p:spPr>
          <a:xfrm>
            <a:off x="419100" y="703263"/>
            <a:ext cx="6238875" cy="3509962"/>
          </a:xfrm>
          <a:prstGeom prst="rect">
            <a:avLst/>
          </a:prstGeom>
          <a:noFill/>
          <a:ln w="12700">
            <a:solidFill>
              <a:prstClr val="black"/>
            </a:solidFill>
          </a:ln>
        </p:spPr>
        <p:txBody>
          <a:bodyPr vert="horz" lIns="95701" tIns="47849" rIns="95701" bIns="47849" rtlCol="0" anchor="ctr"/>
          <a:lstStyle/>
          <a:p>
            <a:endParaRPr lang="en-GB"/>
          </a:p>
        </p:txBody>
      </p:sp>
      <p:sp>
        <p:nvSpPr>
          <p:cNvPr id="5" name="Notes Placeholder 4"/>
          <p:cNvSpPr>
            <a:spLocks noGrp="1"/>
          </p:cNvSpPr>
          <p:nvPr>
            <p:ph type="body" sz="quarter" idx="3"/>
          </p:nvPr>
        </p:nvSpPr>
        <p:spPr>
          <a:xfrm>
            <a:off x="707708" y="4447461"/>
            <a:ext cx="5661660" cy="4213384"/>
          </a:xfrm>
          <a:prstGeom prst="rect">
            <a:avLst/>
          </a:prstGeom>
        </p:spPr>
        <p:txBody>
          <a:bodyPr vert="horz" lIns="95701" tIns="47849" rIns="95701" bIns="478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8154"/>
          </a:xfrm>
          <a:prstGeom prst="rect">
            <a:avLst/>
          </a:prstGeom>
        </p:spPr>
        <p:txBody>
          <a:bodyPr vert="horz" lIns="95701" tIns="47849" rIns="95701" bIns="47849"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08706" y="8893297"/>
            <a:ext cx="3066733" cy="468154"/>
          </a:xfrm>
          <a:prstGeom prst="rect">
            <a:avLst/>
          </a:prstGeom>
        </p:spPr>
        <p:txBody>
          <a:bodyPr vert="horz" lIns="95701" tIns="47849" rIns="95701" bIns="47849"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This section is for Juan</a:t>
            </a:r>
          </a:p>
        </p:txBody>
      </p:sp>
      <p:sp>
        <p:nvSpPr>
          <p:cNvPr id="4" name="Slide Number Placeholder 3"/>
          <p:cNvSpPr>
            <a:spLocks noGrp="1"/>
          </p:cNvSpPr>
          <p:nvPr>
            <p:ph type="sldNum" sz="quarter" idx="5"/>
          </p:nvPr>
        </p:nvSpPr>
        <p:spPr/>
        <p:txBody>
          <a:bodyPr/>
          <a:lstStyle/>
          <a:p>
            <a:fld id="{C0F4A2C8-6C88-4E71-83EE-698B9D4FE22F}" type="slidenum">
              <a:rPr lang="en-US" smtClean="0"/>
              <a:pPr/>
              <a:t>13</a:t>
            </a:fld>
            <a:endParaRPr lang="en-US"/>
          </a:p>
        </p:txBody>
      </p:sp>
    </p:spTree>
    <p:extLst>
      <p:ext uri="{BB962C8B-B14F-4D97-AF65-F5344CB8AC3E}">
        <p14:creationId xmlns:p14="http://schemas.microsoft.com/office/powerpoint/2010/main" val="231966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332396"/>
            <a:ext cx="4446269" cy="464044"/>
          </a:xfrm>
          <a:prstGeom prst="rect">
            <a:avLst/>
          </a:prstGeo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oAutofit/>
          </a:bodyPr>
          <a:lstStyle>
            <a:lvl1pPr>
              <a:spcAft>
                <a:spcPts val="0"/>
              </a:spcAft>
              <a:defRPr sz="160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380364343"/>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48488" y="1256636"/>
            <a:ext cx="9277349" cy="4752975"/>
          </a:xfrm>
          <a:prstGeom prst="rect">
            <a:avLst/>
          </a:prstGeom>
        </p:spPr>
        <p:txBody>
          <a:bodyPr>
            <a:normAutofit/>
          </a:bodyPr>
          <a:lstStyle>
            <a:lvl1pPr>
              <a:spcBef>
                <a:spcPts val="3600"/>
              </a:spcBef>
              <a:defRPr sz="1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2" name="Title 1">
            <a:extLst>
              <a:ext uri="{FF2B5EF4-FFF2-40B4-BE49-F238E27FC236}">
                <a16:creationId xmlns:a16="http://schemas.microsoft.com/office/drawing/2014/main" id="{18A777EF-EF99-4C9E-8C14-F4CB838275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0251878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sz="1600">
                <a:latin typeface="+mn-lt"/>
              </a:defRPr>
            </a:lvl1pPr>
            <a:lvl2pPr>
              <a:tabLst>
                <a:tab pos="6729413" algn="r"/>
              </a:tabLst>
              <a:defRPr sz="1600">
                <a:latin typeface="+mj-lt"/>
              </a:defRPr>
            </a:lvl2pPr>
            <a:lvl3pPr>
              <a:tabLst>
                <a:tab pos="6729413" algn="r"/>
              </a:tabLst>
              <a:defRPr sz="1600">
                <a:latin typeface="+mn-lt"/>
              </a:defRPr>
            </a:lvl3pPr>
            <a:lvl4pPr>
              <a:tabLst>
                <a:tab pos="6729413" algn="r"/>
              </a:tabLst>
              <a:defRPr sz="1600">
                <a:latin typeface="+mn-lt"/>
              </a:defRPr>
            </a:lvl4pPr>
            <a:lvl5pPr>
              <a:tabLst>
                <a:tab pos="5029200" algn="r"/>
              </a:tabLst>
              <a:defRPr sz="1600"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E7250E1-8E36-4596-BBD1-1517149130D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74166204"/>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6C5C090C-0655-4C3F-AE72-E07EA72DE8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933357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96D175DB-FCF0-4C08-895D-1A62246EA7E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7568514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700214"/>
            <a:ext cx="11188699" cy="357187"/>
          </a:xfrm>
        </p:spPr>
        <p:txBody>
          <a:bodyPr>
            <a:normAutofit/>
          </a:bodyPr>
          <a:lstStyle>
            <a:lvl1pPr>
              <a:defRPr sz="1600"/>
            </a:lvl1p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2" name="Title 1">
            <a:extLst>
              <a:ext uri="{FF2B5EF4-FFF2-40B4-BE49-F238E27FC236}">
                <a16:creationId xmlns:a16="http://schemas.microsoft.com/office/drawing/2014/main" id="{57839A00-79A0-4DB8-906D-4EC7622822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609816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normAutofit/>
          </a:bodyPr>
          <a:lstStyle>
            <a:lvl1pPr>
              <a:defRPr sz="1600"/>
            </a:lvl1p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normAutofit/>
          </a:bodyPr>
          <a:lstStyle>
            <a:lvl1pPr>
              <a:defRPr sz="1600"/>
            </a:lvl1p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6" y="1659145"/>
            <a:ext cx="3563955" cy="398256"/>
          </a:xfrm>
        </p:spPr>
        <p:txBody>
          <a:bodyPr>
            <a:normAutofit/>
          </a:bodyPr>
          <a:lstStyle>
            <a:lvl1pPr>
              <a:defRPr sz="1600"/>
            </a:lvl1p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2" name="Title 1">
            <a:extLst>
              <a:ext uri="{FF2B5EF4-FFF2-40B4-BE49-F238E27FC236}">
                <a16:creationId xmlns:a16="http://schemas.microsoft.com/office/drawing/2014/main" id="{54FD2752-D87C-40B6-81BD-665DA6E5293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808167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16" name="Picture 15" descr="A picture containing food, indoor, sliced&#10;&#10;Description automatically generated">
            <a:extLst>
              <a:ext uri="{FF2B5EF4-FFF2-40B4-BE49-F238E27FC236}">
                <a16:creationId xmlns:a16="http://schemas.microsoft.com/office/drawing/2014/main" id="{1CD73FD2-8FF8-476F-B03C-2BA0AAE6B17F}"/>
              </a:ext>
            </a:extLst>
          </p:cNvPr>
          <p:cNvPicPr>
            <a:picLocks noChangeAspect="1"/>
          </p:cNvPicPr>
          <p:nvPr userDrawn="1"/>
        </p:nvPicPr>
        <p:blipFill rotWithShape="1">
          <a:blip r:embed="rId2"/>
          <a:srcRect l="23710" t="14619" r="32741" b="7831"/>
          <a:stretch/>
        </p:blipFill>
        <p:spPr>
          <a:xfrm>
            <a:off x="7304567" y="1367577"/>
            <a:ext cx="4887433" cy="4716461"/>
          </a:xfrm>
          <a:prstGeom prst="rect">
            <a:avLst/>
          </a:prstGeom>
        </p:spPr>
      </p:pic>
      <p:sp>
        <p:nvSpPr>
          <p:cNvPr id="2" name="Title 1">
            <a:extLst>
              <a:ext uri="{FF2B5EF4-FFF2-40B4-BE49-F238E27FC236}">
                <a16:creationId xmlns:a16="http://schemas.microsoft.com/office/drawing/2014/main" id="{1CB0AB8F-EE6C-435C-9AD2-CA8F6A6168D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9141645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732CB26-CD02-4D7A-B0FD-8C6CC42C3EE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9674207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rmAutofit/>
          </a:bodyPr>
          <a:lstStyle>
            <a:lvl1pPr>
              <a:defRPr sz="1600"/>
            </a:lvl1p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2" name="Title 1">
            <a:extLst>
              <a:ext uri="{FF2B5EF4-FFF2-40B4-BE49-F238E27FC236}">
                <a16:creationId xmlns:a16="http://schemas.microsoft.com/office/drawing/2014/main" id="{2D590407-DDA5-4A49-B732-41474A48CF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9627153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403690F2-4314-4F0B-9764-2DD95BAC03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9518592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1600">
                <a:solidFill>
                  <a:schemeClr val="tx1"/>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sz="1600">
                <a:solidFill>
                  <a:schemeClr val="tx1"/>
                </a:solidFill>
              </a:defRPr>
            </a:lvl1pPr>
            <a:lvl2pPr>
              <a:tabLst>
                <a:tab pos="5029200" algn="r"/>
              </a:tabLst>
              <a:defRPr sz="1600">
                <a:solidFill>
                  <a:schemeClr val="tx1"/>
                </a:solidFill>
              </a:defRPr>
            </a:lvl2pPr>
            <a:lvl3pPr>
              <a:tabLst>
                <a:tab pos="5029200" algn="r"/>
              </a:tabLst>
              <a:defRPr sz="1600">
                <a:solidFill>
                  <a:schemeClr val="tx1"/>
                </a:solidFill>
              </a:defRPr>
            </a:lvl3pPr>
            <a:lvl4pPr>
              <a:tabLst>
                <a:tab pos="5029200" algn="r"/>
              </a:tabLst>
              <a:defRPr sz="1600">
                <a:solidFill>
                  <a:schemeClr val="tx1"/>
                </a:solidFill>
              </a:defRPr>
            </a:lvl4pPr>
            <a:lvl5pPr>
              <a:tabLst>
                <a:tab pos="5029200" algn="r"/>
              </a:tabLst>
              <a:defRPr sz="1600" baseline="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8C03F4B6-F189-4692-A09F-57C72CD50CF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903208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A601A-9135-4803-BDA1-7346371AAFA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596417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7C1BED12-AA46-6844-9D2A-58548F321C01}"/>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ctr">
              <a:spcBef>
                <a:spcPts val="600"/>
              </a:spcBef>
              <a:buSzPct val="100000"/>
              <a:buFont typeface="Arial"/>
              <a:buNone/>
            </a:pPr>
            <a:fld id="{C58DF478-B544-4ED8-9ED4-6A2648E2D233}" type="slidenum">
              <a:rPr lang="en-US" sz="900" noProof="0" smtClean="0">
                <a:solidFill>
                  <a:schemeClr val="bg1"/>
                </a:solidFill>
                <a:latin typeface="+mj-lt"/>
                <a:cs typeface="Calibri" panose="020F0502020204030204" pitchFamily="34" charset="0"/>
              </a:rPr>
              <a:pPr marL="0" indent="0" algn="ctr">
                <a:spcBef>
                  <a:spcPts val="600"/>
                </a:spcBef>
                <a:buSzPct val="100000"/>
                <a:buFont typeface="Arial"/>
                <a:buNone/>
              </a:pPr>
              <a:t>‹#›</a:t>
            </a:fld>
            <a:endParaRPr lang="en-US" sz="900" noProof="0">
              <a:solidFill>
                <a:schemeClr val="bg1"/>
              </a:solidFill>
              <a:latin typeface="+mj-lt"/>
              <a:cs typeface="Calibri" panose="020F0502020204030204" pitchFamily="34" charset="0"/>
            </a:endParaRPr>
          </a:p>
        </p:txBody>
      </p:sp>
      <p:sp>
        <p:nvSpPr>
          <p:cNvPr id="10" name="TextBox 9">
            <a:extLst>
              <a:ext uri="{FF2B5EF4-FFF2-40B4-BE49-F238E27FC236}">
                <a16:creationId xmlns:a16="http://schemas.microsoft.com/office/drawing/2014/main" id="{1FB1027A-C9A7-4848-A71C-5A49EB7E8714}"/>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bg1"/>
                </a:solidFill>
                <a:latin typeface="+mj-lt"/>
                <a:ea typeface="+mn-ea"/>
                <a:cs typeface="+mn-cs"/>
              </a:rPr>
              <a:t>CLASSIFICATION: CONFIDENTIAL </a:t>
            </a:r>
            <a:r>
              <a:rPr lang="mr-IN" sz="900" b="0" i="0" u="none" strike="noStrike" kern="1200" baseline="0">
                <a:solidFill>
                  <a:schemeClr val="bg1"/>
                </a:solidFill>
                <a:latin typeface="+mj-lt"/>
                <a:ea typeface="+mn-ea"/>
                <a:cs typeface="+mn-cs"/>
              </a:rPr>
              <a:t>–</a:t>
            </a:r>
            <a:r>
              <a:rPr lang="fr-FR" sz="900" b="0" i="0" u="none" strike="noStrike" kern="1200" baseline="0">
                <a:solidFill>
                  <a:schemeClr val="bg1"/>
                </a:solidFill>
                <a:latin typeface="+mj-lt"/>
                <a:ea typeface="+mn-ea"/>
                <a:cs typeface="+mn-cs"/>
              </a:rPr>
              <a:t> FOR INTERNAL USE ONLY </a:t>
            </a:r>
            <a:endParaRPr lang="en-US" sz="900" noProof="0">
              <a:solidFill>
                <a:schemeClr val="bg1"/>
              </a:solidFill>
              <a:latin typeface="+mj-lt"/>
              <a:cs typeface="Calibri" panose="020F0502020204030204" pitchFamily="34" charset="0"/>
            </a:endParaRPr>
          </a:p>
        </p:txBody>
      </p:sp>
      <p:sp>
        <p:nvSpPr>
          <p:cNvPr id="11" name="TextBox 10">
            <a:extLst>
              <a:ext uri="{FF2B5EF4-FFF2-40B4-BE49-F238E27FC236}">
                <a16:creationId xmlns:a16="http://schemas.microsoft.com/office/drawing/2014/main" id="{6661BCEF-2692-944D-88C5-87B74B1BE3C9}"/>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b="0" i="0" u="none" strike="noStrike" kern="1200" baseline="0">
                <a:solidFill>
                  <a:schemeClr val="bg1"/>
                </a:solidFill>
                <a:latin typeface="+mj-lt"/>
                <a:ea typeface="+mn-ea"/>
                <a:cs typeface="+mn-cs"/>
              </a:rPr>
              <a:t>© 2021. For information, contact Deloitte Touche Tohmatsu Limited. </a:t>
            </a:r>
            <a:endParaRPr lang="en-US" sz="900" noProof="0">
              <a:solidFill>
                <a:schemeClr val="bg1"/>
              </a:solidFill>
              <a:latin typeface="+mj-lt"/>
              <a:cs typeface="Calibri" panose="020F0502020204030204" pitchFamily="34" charset="0"/>
            </a:endParaRPr>
          </a:p>
        </p:txBody>
      </p:sp>
    </p:spTree>
    <p:extLst>
      <p:ext uri="{BB962C8B-B14F-4D97-AF65-F5344CB8AC3E}">
        <p14:creationId xmlns:p14="http://schemas.microsoft.com/office/powerpoint/2010/main" val="118470868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ue">
    <p:bg bwMode="gray">
      <p:bgPr>
        <a:solidFill>
          <a:schemeClr val="accent3"/>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C1BED12-AA46-6844-9D2A-58548F321C01}"/>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mj-lt"/>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mj-lt"/>
              <a:cs typeface="Calibri" panose="020F0502020204030204" pitchFamily="34" charset="0"/>
            </a:endParaRPr>
          </a:p>
        </p:txBody>
      </p:sp>
      <p:sp>
        <p:nvSpPr>
          <p:cNvPr id="10" name="TextBox 9">
            <a:extLst>
              <a:ext uri="{FF2B5EF4-FFF2-40B4-BE49-F238E27FC236}">
                <a16:creationId xmlns:a16="http://schemas.microsoft.com/office/drawing/2014/main" id="{1FB1027A-C9A7-4848-A71C-5A49EB7E8714}"/>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bg1"/>
                </a:solidFill>
                <a:latin typeface="+mj-lt"/>
                <a:ea typeface="+mn-ea"/>
                <a:cs typeface="+mn-cs"/>
              </a:rPr>
              <a:t>CLASSIFICATION: CONFIDENTIAL </a:t>
            </a:r>
            <a:r>
              <a:rPr lang="mr-IN" sz="900" b="0" i="0" u="none" strike="noStrike" kern="1200" baseline="0">
                <a:solidFill>
                  <a:schemeClr val="bg1"/>
                </a:solidFill>
                <a:latin typeface="+mj-lt"/>
                <a:ea typeface="+mn-ea"/>
                <a:cs typeface="+mn-cs"/>
              </a:rPr>
              <a:t>–</a:t>
            </a:r>
            <a:r>
              <a:rPr lang="fr-FR" sz="900" b="0" i="0" u="none" strike="noStrike" kern="1200" baseline="0">
                <a:solidFill>
                  <a:schemeClr val="bg1"/>
                </a:solidFill>
                <a:latin typeface="+mj-lt"/>
                <a:ea typeface="+mn-ea"/>
                <a:cs typeface="+mn-cs"/>
              </a:rPr>
              <a:t> FOR INTERNAL USE ONLY </a:t>
            </a:r>
            <a:endParaRPr lang="en-US" sz="900" noProof="0">
              <a:solidFill>
                <a:schemeClr val="bg1"/>
              </a:solidFill>
              <a:latin typeface="+mj-lt"/>
              <a:cs typeface="Calibri" panose="020F0502020204030204" pitchFamily="34" charset="0"/>
            </a:endParaRPr>
          </a:p>
        </p:txBody>
      </p:sp>
      <p:sp>
        <p:nvSpPr>
          <p:cNvPr id="11" name="TextBox 10">
            <a:extLst>
              <a:ext uri="{FF2B5EF4-FFF2-40B4-BE49-F238E27FC236}">
                <a16:creationId xmlns:a16="http://schemas.microsoft.com/office/drawing/2014/main" id="{6661BCEF-2692-944D-88C5-87B74B1BE3C9}"/>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b="0" i="0" u="none" strike="noStrike" kern="1200" baseline="0">
                <a:solidFill>
                  <a:schemeClr val="bg1"/>
                </a:solidFill>
                <a:latin typeface="+mj-lt"/>
                <a:ea typeface="+mn-ea"/>
                <a:cs typeface="+mn-cs"/>
              </a:rPr>
              <a:t>© 2021. For information, contact Deloitte Touche Tohmatsu Limited. </a:t>
            </a:r>
            <a:endParaRPr lang="en-US" sz="900" noProof="0">
              <a:solidFill>
                <a:schemeClr val="bg1"/>
              </a:solidFill>
              <a:latin typeface="+mj-lt"/>
              <a:cs typeface="Calibri" panose="020F0502020204030204" pitchFamily="34" charset="0"/>
            </a:endParaRPr>
          </a:p>
        </p:txBody>
      </p:sp>
      <p:sp>
        <p:nvSpPr>
          <p:cNvPr id="7" name="Text Placeholder 3">
            <a:extLst>
              <a:ext uri="{FF2B5EF4-FFF2-40B4-BE49-F238E27FC236}">
                <a16:creationId xmlns:a16="http://schemas.microsoft.com/office/drawing/2014/main" id="{9E8CD562-43BA-4D58-BADF-8B0187DD099D}"/>
              </a:ext>
            </a:extLst>
          </p:cNvPr>
          <p:cNvSpPr>
            <a:spLocks noGrp="1"/>
          </p:cNvSpPr>
          <p:nvPr>
            <p:ph type="body" sz="quarter" idx="10"/>
          </p:nvPr>
        </p:nvSpPr>
        <p:spPr>
          <a:xfrm>
            <a:off x="480484" y="1590675"/>
            <a:ext cx="9029604" cy="4708525"/>
          </a:xfrm>
        </p:spPr>
        <p:txBody>
          <a:bodyPr/>
          <a:lstStyle>
            <a:lvl1pPr>
              <a:defRPr>
                <a:solidFill>
                  <a:schemeClr val="bg1"/>
                </a:solidFill>
              </a:defRPr>
            </a:lvl1pPr>
          </a:lstStyle>
          <a:p>
            <a:r>
              <a:rPr lang="en-US" sz="3600"/>
              <a:t>Key statement slide this text is not here to </a:t>
            </a:r>
            <a:br>
              <a:rPr lang="en-US" sz="3600"/>
            </a:br>
            <a:r>
              <a:rPr lang="en-US" sz="3600"/>
              <a:t>be read </a:t>
            </a:r>
            <a:r>
              <a:rPr lang="en-US" sz="3600" i="1"/>
              <a:t>highlight key text in italic </a:t>
            </a:r>
            <a:r>
              <a:rPr lang="en-US" sz="3600"/>
              <a:t>this text </a:t>
            </a:r>
            <a:br>
              <a:rPr lang="en-US" sz="3600"/>
            </a:br>
            <a:r>
              <a:rPr lang="en-US" sz="3600"/>
              <a:t>is not here to be read it is here to show </a:t>
            </a:r>
            <a:br>
              <a:rPr lang="en-US" sz="3600"/>
            </a:br>
            <a:r>
              <a:rPr lang="en-US" sz="3600"/>
              <a:t>how this document will look when populated with real text </a:t>
            </a:r>
          </a:p>
        </p:txBody>
      </p:sp>
    </p:spTree>
    <p:extLst>
      <p:ext uri="{BB962C8B-B14F-4D97-AF65-F5344CB8AC3E}">
        <p14:creationId xmlns:p14="http://schemas.microsoft.com/office/powerpoint/2010/main" val="3958556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502920" y="1705968"/>
            <a:ext cx="3627438"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2920" y="1851441"/>
            <a:ext cx="3627438"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F912119-AAD9-4BDB-BA53-4E8F824271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896975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2920"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451B4A1-D095-42CD-A29C-228D6F7DA00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81930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Click to edit Master text styles</a:t>
            </a:r>
          </a:p>
        </p:txBody>
      </p:sp>
      <p:grpSp>
        <p:nvGrpSpPr>
          <p:cNvPr id="16" name="Group 15">
            <a:extLst>
              <a:ext uri="{FF2B5EF4-FFF2-40B4-BE49-F238E27FC236}">
                <a16:creationId xmlns:a16="http://schemas.microsoft.com/office/drawing/2014/main" id="{3D477EA3-26AE-43C0-AB9F-D946E74A41CD}"/>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A1A2BB35-B8B3-422F-A495-1EAC6D62E1A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F94CAF7A-8D5E-42C0-B151-E5F48497DD2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E3437AE1-1B20-45D8-BB56-1CD769A48D42}"/>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C87ED61C-29A0-4841-8AD7-EDF64EC0F71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82035582-8257-40DB-9F14-F2F22BDBBE4E}"/>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6839732-0240-48CA-BF6F-F9430D4491BC}"/>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4FB25319-33E0-467D-8A99-E977517BC9A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3BDC68C9-014D-4369-AB15-A89162B10D6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DFD1F96B-2A23-478E-A765-F72B99EE5E1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7FFB714F-755C-4240-AC11-EE9E1A9B0E1C}"/>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675773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itle &amp;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E80D4-9934-44DA-8080-82F86444465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758234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1"/>
            <a:ext cx="11216640" cy="757255"/>
          </a:xfrm>
        </p:spPr>
        <p:txBody>
          <a:bodyPr>
            <a:noAutofit/>
          </a:bodyPr>
          <a:lstStyle>
            <a:lvl1pPr marL="0" indent="0">
              <a:buNone/>
              <a:defRPr sz="2000"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3" name="Text Placeholder 2"/>
          <p:cNvSpPr>
            <a:spLocks noGrp="1"/>
          </p:cNvSpPr>
          <p:nvPr>
            <p:ph type="body" sz="quarter" idx="14"/>
          </p:nvPr>
        </p:nvSpPr>
        <p:spPr>
          <a:xfrm>
            <a:off x="487680" y="1611313"/>
            <a:ext cx="11216640" cy="4734292"/>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196380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782919502"/>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7994621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Subhead">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984CEC11-627B-024F-8027-972217259DB9}"/>
              </a:ext>
            </a:extLst>
          </p:cNvPr>
          <p:cNvSpPr>
            <a:spLocks noGrp="1"/>
          </p:cNvSpPr>
          <p:nvPr>
            <p:ph type="body" sz="quarter" idx="14"/>
          </p:nvPr>
        </p:nvSpPr>
        <p:spPr>
          <a:xfrm>
            <a:off x="469900" y="1020129"/>
            <a:ext cx="11252200" cy="392111"/>
          </a:xfr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6" name="Title Placeholder 1">
            <a:extLst>
              <a:ext uri="{FF2B5EF4-FFF2-40B4-BE49-F238E27FC236}">
                <a16:creationId xmlns:a16="http://schemas.microsoft.com/office/drawing/2014/main" id="{16F5BB4F-DCCF-5642-9CBE-D2DEAF3D691A}"/>
              </a:ext>
            </a:extLst>
          </p:cNvPr>
          <p:cNvSpPr>
            <a:spLocks noGrp="1"/>
          </p:cNvSpPr>
          <p:nvPr>
            <p:ph type="title"/>
          </p:nvPr>
        </p:nvSpPr>
        <p:spPr bwMode="gray">
          <a:xfrm>
            <a:off x="469900" y="565723"/>
            <a:ext cx="11252200" cy="451866"/>
          </a:xfrm>
          <a:prstGeom prst="rect">
            <a:avLst/>
          </a:prstGeom>
        </p:spPr>
        <p:txBody>
          <a:bodyPr vert="horz" lIns="0" tIns="0" rIns="0" bIns="0" rtlCol="0" anchor="t" anchorCtr="0">
            <a:noAutofit/>
          </a:bodyPr>
          <a:lstStyle/>
          <a:p>
            <a:r>
              <a:rPr lang="en-US" noProof="0"/>
              <a:t>Click to edit Master title style</a:t>
            </a:r>
          </a:p>
        </p:txBody>
      </p:sp>
    </p:spTree>
    <p:extLst>
      <p:ext uri="{BB962C8B-B14F-4D97-AF65-F5344CB8AC3E}">
        <p14:creationId xmlns:p14="http://schemas.microsoft.com/office/powerpoint/2010/main" val="340125530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332396"/>
            <a:ext cx="4446269" cy="464044"/>
          </a:xfrm>
          <a:prstGeom prst="rect">
            <a:avLst/>
          </a:prstGeom>
        </p:spPr>
        <p:txBody>
          <a:bodyPr anchor="t" anchorCtr="0">
            <a:noAutofit/>
          </a:bodyPr>
          <a:lstStyle>
            <a:lvl1pPr algn="l">
              <a:lnSpc>
                <a:spcPct val="100000"/>
              </a:lnSpc>
              <a:defRPr sz="2800" b="0">
                <a:solidFill>
                  <a:schemeClr val="accent1"/>
                </a:solidFill>
                <a:latin typeface="+mn-lt"/>
                <a:ea typeface="Open Sans" panose="020B0606030504020204" pitchFamily="34" charset="0"/>
                <a:cs typeface="Calibri" panose="020F05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oAutofit/>
          </a:bodyPr>
          <a:lstStyle>
            <a:lvl1pPr>
              <a:spcAft>
                <a:spcPts val="0"/>
              </a:spcAft>
              <a:defRPr sz="160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942277002"/>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48488" y="1256636"/>
            <a:ext cx="9277349" cy="4752975"/>
          </a:xfrm>
          <a:prstGeom prst="rect">
            <a:avLst/>
          </a:prstGeom>
        </p:spPr>
        <p:txBody>
          <a:bodyPr>
            <a:normAutofit/>
          </a:bodyPr>
          <a:lstStyle>
            <a:lvl1pPr>
              <a:spcBef>
                <a:spcPts val="3600"/>
              </a:spcBef>
              <a:defRPr sz="18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
        <p:nvSpPr>
          <p:cNvPr id="2" name="Title 1">
            <a:extLst>
              <a:ext uri="{FF2B5EF4-FFF2-40B4-BE49-F238E27FC236}">
                <a16:creationId xmlns:a16="http://schemas.microsoft.com/office/drawing/2014/main" id="{18A777EF-EF99-4C9E-8C14-F4CB838275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7323824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sz="1600">
                <a:latin typeface="+mn-lt"/>
              </a:defRPr>
            </a:lvl1pPr>
            <a:lvl2pPr>
              <a:tabLst>
                <a:tab pos="6729413" algn="r"/>
              </a:tabLst>
              <a:defRPr sz="1600">
                <a:latin typeface="+mj-lt"/>
              </a:defRPr>
            </a:lvl2pPr>
            <a:lvl3pPr>
              <a:tabLst>
                <a:tab pos="6729413" algn="r"/>
              </a:tabLst>
              <a:defRPr sz="1600">
                <a:latin typeface="+mn-lt"/>
              </a:defRPr>
            </a:lvl3pPr>
            <a:lvl4pPr>
              <a:tabLst>
                <a:tab pos="6729413" algn="r"/>
              </a:tabLst>
              <a:defRPr sz="1600">
                <a:latin typeface="+mn-lt"/>
              </a:defRPr>
            </a:lvl4pPr>
            <a:lvl5pPr>
              <a:tabLst>
                <a:tab pos="5029200" algn="r"/>
              </a:tabLst>
              <a:defRPr sz="1600"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E7250E1-8E36-4596-BBD1-1517149130D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8310619"/>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6C5C090C-0655-4C3F-AE72-E07EA72DE88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729134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96D175DB-FCF0-4C08-895D-1A62246EA7E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7540225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700214"/>
            <a:ext cx="11188699" cy="357187"/>
          </a:xfrm>
        </p:spPr>
        <p:txBody>
          <a:bodyPr>
            <a:normAutofit/>
          </a:bodyPr>
          <a:lstStyle>
            <a:lvl1pPr>
              <a:defRPr sz="1600"/>
            </a:lvl1p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2" name="Title 1">
            <a:extLst>
              <a:ext uri="{FF2B5EF4-FFF2-40B4-BE49-F238E27FC236}">
                <a16:creationId xmlns:a16="http://schemas.microsoft.com/office/drawing/2014/main" id="{57839A00-79A0-4DB8-906D-4EC7622822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2959127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65289"/>
            <a:ext cx="3562351" cy="392112"/>
          </a:xfrm>
        </p:spPr>
        <p:txBody>
          <a:bodyPr>
            <a:normAutofit/>
          </a:bodyPr>
          <a:lstStyle>
            <a:lvl1pPr>
              <a:defRPr sz="1600"/>
            </a:lvl1p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normAutofit/>
          </a:bodyPr>
          <a:lstStyle>
            <a:lvl1pPr>
              <a:defRPr sz="1600"/>
            </a:lvl1p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6" y="1659145"/>
            <a:ext cx="3563955" cy="398256"/>
          </a:xfrm>
        </p:spPr>
        <p:txBody>
          <a:bodyPr>
            <a:normAutofit/>
          </a:bodyPr>
          <a:lstStyle>
            <a:lvl1pPr>
              <a:defRPr sz="1600"/>
            </a:lvl1p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2" name="Title 1">
            <a:extLst>
              <a:ext uri="{FF2B5EF4-FFF2-40B4-BE49-F238E27FC236}">
                <a16:creationId xmlns:a16="http://schemas.microsoft.com/office/drawing/2014/main" id="{54FD2752-D87C-40B6-81BD-665DA6E5293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178359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pic>
        <p:nvPicPr>
          <p:cNvPr id="16" name="Picture 15" descr="A picture containing food, indoor, sliced&#10;&#10;Description automatically generated">
            <a:extLst>
              <a:ext uri="{FF2B5EF4-FFF2-40B4-BE49-F238E27FC236}">
                <a16:creationId xmlns:a16="http://schemas.microsoft.com/office/drawing/2014/main" id="{1CD73FD2-8FF8-476F-B03C-2BA0AAE6B17F}"/>
              </a:ext>
            </a:extLst>
          </p:cNvPr>
          <p:cNvPicPr>
            <a:picLocks noChangeAspect="1"/>
          </p:cNvPicPr>
          <p:nvPr userDrawn="1"/>
        </p:nvPicPr>
        <p:blipFill rotWithShape="1">
          <a:blip r:embed="rId2"/>
          <a:srcRect l="23710" t="14619" r="32741" b="7831"/>
          <a:stretch/>
        </p:blipFill>
        <p:spPr>
          <a:xfrm>
            <a:off x="7304567" y="1367577"/>
            <a:ext cx="4887433" cy="4716461"/>
          </a:xfrm>
          <a:prstGeom prst="rect">
            <a:avLst/>
          </a:prstGeom>
        </p:spPr>
      </p:pic>
      <p:sp>
        <p:nvSpPr>
          <p:cNvPr id="2" name="Title 1">
            <a:extLst>
              <a:ext uri="{FF2B5EF4-FFF2-40B4-BE49-F238E27FC236}">
                <a16:creationId xmlns:a16="http://schemas.microsoft.com/office/drawing/2014/main" id="{1CB0AB8F-EE6C-435C-9AD2-CA8F6A6168D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79230403"/>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732CB26-CD02-4D7A-B0FD-8C6CC42C3EE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8853652"/>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rmAutofit/>
          </a:bodyPr>
          <a:lstStyle>
            <a:lvl1pPr>
              <a:defRPr sz="1600"/>
            </a:lvl1p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2" name="Title 1">
            <a:extLst>
              <a:ext uri="{FF2B5EF4-FFF2-40B4-BE49-F238E27FC236}">
                <a16:creationId xmlns:a16="http://schemas.microsoft.com/office/drawing/2014/main" id="{2D590407-DDA5-4A49-B732-41474A48CF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5217917"/>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sz="16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403690F2-4314-4F0B-9764-2DD95BAC03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65319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1600">
                <a:solidFill>
                  <a:schemeClr val="tx1"/>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sz="1600">
                <a:solidFill>
                  <a:schemeClr val="tx1"/>
                </a:solidFill>
              </a:defRPr>
            </a:lvl1pPr>
            <a:lvl2pPr>
              <a:tabLst>
                <a:tab pos="5029200" algn="r"/>
              </a:tabLst>
              <a:defRPr sz="1600">
                <a:solidFill>
                  <a:schemeClr val="tx1"/>
                </a:solidFill>
              </a:defRPr>
            </a:lvl2pPr>
            <a:lvl3pPr>
              <a:tabLst>
                <a:tab pos="5029200" algn="r"/>
              </a:tabLst>
              <a:defRPr sz="1600">
                <a:solidFill>
                  <a:schemeClr val="tx1"/>
                </a:solidFill>
              </a:defRPr>
            </a:lvl3pPr>
            <a:lvl4pPr>
              <a:tabLst>
                <a:tab pos="5029200" algn="r"/>
              </a:tabLst>
              <a:defRPr sz="1600">
                <a:solidFill>
                  <a:schemeClr val="tx1"/>
                </a:solidFill>
              </a:defRPr>
            </a:lvl4pPr>
            <a:lvl5pPr>
              <a:tabLst>
                <a:tab pos="5029200" algn="r"/>
              </a:tabLst>
              <a:defRPr sz="1600" baseline="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8C03F4B6-F189-4692-A09F-57C72CD50CF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177090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A601A-9135-4803-BDA1-7346371AAFA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023148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a:extLst>
              <a:ext uri="{FF2B5EF4-FFF2-40B4-BE49-F238E27FC236}">
                <a16:creationId xmlns:a16="http://schemas.microsoft.com/office/drawing/2014/main" id="{7C1BED12-AA46-6844-9D2A-58548F321C01}"/>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ctr">
              <a:spcBef>
                <a:spcPts val="600"/>
              </a:spcBef>
              <a:buSzPct val="100000"/>
              <a:buFont typeface="Arial"/>
              <a:buNone/>
            </a:pPr>
            <a:fld id="{C58DF478-B544-4ED8-9ED4-6A2648E2D233}" type="slidenum">
              <a:rPr lang="en-US" sz="900" noProof="0" smtClean="0">
                <a:solidFill>
                  <a:schemeClr val="bg1"/>
                </a:solidFill>
                <a:latin typeface="+mj-lt"/>
                <a:cs typeface="Calibri" panose="020F0502020204030204" pitchFamily="34" charset="0"/>
              </a:rPr>
              <a:pPr marL="0" indent="0" algn="ctr">
                <a:spcBef>
                  <a:spcPts val="600"/>
                </a:spcBef>
                <a:buSzPct val="100000"/>
                <a:buFont typeface="Arial"/>
                <a:buNone/>
              </a:pPr>
              <a:t>‹#›</a:t>
            </a:fld>
            <a:endParaRPr lang="en-US" sz="900" noProof="0">
              <a:solidFill>
                <a:schemeClr val="bg1"/>
              </a:solidFill>
              <a:latin typeface="+mj-lt"/>
              <a:cs typeface="Calibri" panose="020F0502020204030204" pitchFamily="34" charset="0"/>
            </a:endParaRPr>
          </a:p>
        </p:txBody>
      </p:sp>
      <p:sp>
        <p:nvSpPr>
          <p:cNvPr id="10" name="TextBox 9">
            <a:extLst>
              <a:ext uri="{FF2B5EF4-FFF2-40B4-BE49-F238E27FC236}">
                <a16:creationId xmlns:a16="http://schemas.microsoft.com/office/drawing/2014/main" id="{1FB1027A-C9A7-4848-A71C-5A49EB7E8714}"/>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bg1"/>
                </a:solidFill>
                <a:latin typeface="+mj-lt"/>
                <a:ea typeface="+mn-ea"/>
                <a:cs typeface="+mn-cs"/>
              </a:rPr>
              <a:t>CLASSIFICATION: CONFIDENTIAL </a:t>
            </a:r>
            <a:r>
              <a:rPr lang="mr-IN" sz="900" b="0" i="0" u="none" strike="noStrike" kern="1200" baseline="0">
                <a:solidFill>
                  <a:schemeClr val="bg1"/>
                </a:solidFill>
                <a:latin typeface="+mj-lt"/>
                <a:ea typeface="+mn-ea"/>
                <a:cs typeface="+mn-cs"/>
              </a:rPr>
              <a:t>–</a:t>
            </a:r>
            <a:r>
              <a:rPr lang="fr-FR" sz="900" b="0" i="0" u="none" strike="noStrike" kern="1200" baseline="0">
                <a:solidFill>
                  <a:schemeClr val="bg1"/>
                </a:solidFill>
                <a:latin typeface="+mj-lt"/>
                <a:ea typeface="+mn-ea"/>
                <a:cs typeface="+mn-cs"/>
              </a:rPr>
              <a:t> FOR INTERNAL USE ONLY </a:t>
            </a:r>
            <a:endParaRPr lang="en-US" sz="900" noProof="0">
              <a:solidFill>
                <a:schemeClr val="bg1"/>
              </a:solidFill>
              <a:latin typeface="+mj-lt"/>
              <a:cs typeface="Calibri" panose="020F0502020204030204" pitchFamily="34" charset="0"/>
            </a:endParaRPr>
          </a:p>
        </p:txBody>
      </p:sp>
      <p:sp>
        <p:nvSpPr>
          <p:cNvPr id="11" name="TextBox 10">
            <a:extLst>
              <a:ext uri="{FF2B5EF4-FFF2-40B4-BE49-F238E27FC236}">
                <a16:creationId xmlns:a16="http://schemas.microsoft.com/office/drawing/2014/main" id="{6661BCEF-2692-944D-88C5-87B74B1BE3C9}"/>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b="0" i="0" u="none" strike="noStrike" kern="1200" baseline="0">
                <a:solidFill>
                  <a:schemeClr val="bg1"/>
                </a:solidFill>
                <a:latin typeface="+mj-lt"/>
                <a:ea typeface="+mn-ea"/>
                <a:cs typeface="+mn-cs"/>
              </a:rPr>
              <a:t>© 2021. For information, contact Deloitte Touche Tohmatsu Limited. </a:t>
            </a:r>
            <a:endParaRPr lang="en-US" sz="900" noProof="0">
              <a:solidFill>
                <a:schemeClr val="bg1"/>
              </a:solidFill>
              <a:latin typeface="+mj-lt"/>
              <a:cs typeface="Calibri" panose="020F0502020204030204" pitchFamily="34" charset="0"/>
            </a:endParaRPr>
          </a:p>
        </p:txBody>
      </p:sp>
    </p:spTree>
    <p:extLst>
      <p:ext uri="{BB962C8B-B14F-4D97-AF65-F5344CB8AC3E}">
        <p14:creationId xmlns:p14="http://schemas.microsoft.com/office/powerpoint/2010/main" val="284458605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ue">
    <p:bg bwMode="gray">
      <p:bgPr>
        <a:solidFill>
          <a:schemeClr val="accent3"/>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C1BED12-AA46-6844-9D2A-58548F321C01}"/>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mj-lt"/>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mj-lt"/>
              <a:cs typeface="Calibri" panose="020F0502020204030204" pitchFamily="34" charset="0"/>
            </a:endParaRPr>
          </a:p>
        </p:txBody>
      </p:sp>
      <p:sp>
        <p:nvSpPr>
          <p:cNvPr id="10" name="TextBox 9">
            <a:extLst>
              <a:ext uri="{FF2B5EF4-FFF2-40B4-BE49-F238E27FC236}">
                <a16:creationId xmlns:a16="http://schemas.microsoft.com/office/drawing/2014/main" id="{1FB1027A-C9A7-4848-A71C-5A49EB7E8714}"/>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bg1"/>
                </a:solidFill>
                <a:latin typeface="+mj-lt"/>
                <a:ea typeface="+mn-ea"/>
                <a:cs typeface="+mn-cs"/>
              </a:rPr>
              <a:t>CLASSIFICATION: CONFIDENTIAL </a:t>
            </a:r>
            <a:r>
              <a:rPr lang="mr-IN" sz="900" b="0" i="0" u="none" strike="noStrike" kern="1200" baseline="0">
                <a:solidFill>
                  <a:schemeClr val="bg1"/>
                </a:solidFill>
                <a:latin typeface="+mj-lt"/>
                <a:ea typeface="+mn-ea"/>
                <a:cs typeface="+mn-cs"/>
              </a:rPr>
              <a:t>–</a:t>
            </a:r>
            <a:r>
              <a:rPr lang="fr-FR" sz="900" b="0" i="0" u="none" strike="noStrike" kern="1200" baseline="0">
                <a:solidFill>
                  <a:schemeClr val="bg1"/>
                </a:solidFill>
                <a:latin typeface="+mj-lt"/>
                <a:ea typeface="+mn-ea"/>
                <a:cs typeface="+mn-cs"/>
              </a:rPr>
              <a:t> FOR INTERNAL USE ONLY </a:t>
            </a:r>
            <a:endParaRPr lang="en-US" sz="900" noProof="0">
              <a:solidFill>
                <a:schemeClr val="bg1"/>
              </a:solidFill>
              <a:latin typeface="+mj-lt"/>
              <a:cs typeface="Calibri" panose="020F0502020204030204" pitchFamily="34" charset="0"/>
            </a:endParaRPr>
          </a:p>
        </p:txBody>
      </p:sp>
      <p:sp>
        <p:nvSpPr>
          <p:cNvPr id="11" name="TextBox 10">
            <a:extLst>
              <a:ext uri="{FF2B5EF4-FFF2-40B4-BE49-F238E27FC236}">
                <a16:creationId xmlns:a16="http://schemas.microsoft.com/office/drawing/2014/main" id="{6661BCEF-2692-944D-88C5-87B74B1BE3C9}"/>
              </a:ext>
            </a:extLst>
          </p:cNvPr>
          <p:cNvSpPr txBox="1"/>
          <p:nvPr userDrawn="1"/>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b="0" i="0" u="none" strike="noStrike" kern="1200" baseline="0">
                <a:solidFill>
                  <a:schemeClr val="bg1"/>
                </a:solidFill>
                <a:latin typeface="+mj-lt"/>
                <a:ea typeface="+mn-ea"/>
                <a:cs typeface="+mn-cs"/>
              </a:rPr>
              <a:t>© 2021. For information, contact Deloitte Touche Tohmatsu Limited. </a:t>
            </a:r>
            <a:endParaRPr lang="en-US" sz="900" noProof="0">
              <a:solidFill>
                <a:schemeClr val="bg1"/>
              </a:solidFill>
              <a:latin typeface="+mj-lt"/>
              <a:cs typeface="Calibri" panose="020F0502020204030204" pitchFamily="34" charset="0"/>
            </a:endParaRPr>
          </a:p>
        </p:txBody>
      </p:sp>
      <p:sp>
        <p:nvSpPr>
          <p:cNvPr id="7" name="Text Placeholder 3">
            <a:extLst>
              <a:ext uri="{FF2B5EF4-FFF2-40B4-BE49-F238E27FC236}">
                <a16:creationId xmlns:a16="http://schemas.microsoft.com/office/drawing/2014/main" id="{9E8CD562-43BA-4D58-BADF-8B0187DD099D}"/>
              </a:ext>
            </a:extLst>
          </p:cNvPr>
          <p:cNvSpPr>
            <a:spLocks noGrp="1"/>
          </p:cNvSpPr>
          <p:nvPr>
            <p:ph type="body" sz="quarter" idx="10"/>
          </p:nvPr>
        </p:nvSpPr>
        <p:spPr>
          <a:xfrm>
            <a:off x="480484" y="1590675"/>
            <a:ext cx="9029604" cy="4708525"/>
          </a:xfrm>
        </p:spPr>
        <p:txBody>
          <a:bodyPr/>
          <a:lstStyle>
            <a:lvl1pPr>
              <a:defRPr>
                <a:solidFill>
                  <a:schemeClr val="bg1"/>
                </a:solidFill>
              </a:defRPr>
            </a:lvl1pPr>
          </a:lstStyle>
          <a:p>
            <a:r>
              <a:rPr lang="en-US" sz="3600"/>
              <a:t>Key statement slide this text is not here to </a:t>
            </a:r>
            <a:br>
              <a:rPr lang="en-US" sz="3600"/>
            </a:br>
            <a:r>
              <a:rPr lang="en-US" sz="3600"/>
              <a:t>be read </a:t>
            </a:r>
            <a:r>
              <a:rPr lang="en-US" sz="3600" i="1"/>
              <a:t>highlight key text in italic </a:t>
            </a:r>
            <a:r>
              <a:rPr lang="en-US" sz="3600"/>
              <a:t>this text </a:t>
            </a:r>
            <a:br>
              <a:rPr lang="en-US" sz="3600"/>
            </a:br>
            <a:r>
              <a:rPr lang="en-US" sz="3600"/>
              <a:t>is not here to be read it is here to show </a:t>
            </a:r>
            <a:br>
              <a:rPr lang="en-US" sz="3600"/>
            </a:br>
            <a:r>
              <a:rPr lang="en-US" sz="3600"/>
              <a:t>how this document will look when populated with real text </a:t>
            </a:r>
          </a:p>
        </p:txBody>
      </p:sp>
    </p:spTree>
    <p:extLst>
      <p:ext uri="{BB962C8B-B14F-4D97-AF65-F5344CB8AC3E}">
        <p14:creationId xmlns:p14="http://schemas.microsoft.com/office/powerpoint/2010/main" val="5137389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502920" y="1705968"/>
            <a:ext cx="3627438"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2920" y="1851441"/>
            <a:ext cx="3627438"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normAutofit/>
          </a:bodyPr>
          <a:lstStyle>
            <a:lvl1pPr>
              <a:defRPr sz="1600" b="1">
                <a:solidFill>
                  <a:schemeClr val="accent3"/>
                </a:solidFill>
              </a:defRPr>
            </a:lvl1pPr>
            <a:lvl2pPr>
              <a:spcAft>
                <a:spcPts val="1333"/>
              </a:spcAft>
              <a:defRPr sz="1600"/>
            </a:lvl2pPr>
            <a:lvl3pPr marL="0" indent="0">
              <a:spcAft>
                <a:spcPts val="1333"/>
              </a:spcAft>
              <a:buNone/>
              <a:defRPr sz="1600"/>
            </a:lvl3pPr>
            <a:lvl4pPr marL="235194" indent="-235194">
              <a:spcAft>
                <a:spcPts val="1333"/>
              </a:spcAft>
              <a:buFont typeface="Arial" panose="020B0604020202020204" pitchFamily="34" charset="0"/>
              <a:buChar char="•"/>
              <a:defRPr sz="1600"/>
            </a:lvl4pPr>
            <a:lvl5pPr marL="475188" indent="-235194">
              <a:spcAft>
                <a:spcPts val="1333"/>
              </a:spcAft>
              <a:defRPr sz="1600"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F912119-AAD9-4BDB-BA53-4E8F824271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23238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2920"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3"/>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7451B4A1-D095-42CD-A29C-228D6F7DA00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803465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lstStyle>
            <a:lvl1pPr>
              <a:lnSpc>
                <a:spcPct val="100000"/>
              </a:lnSpc>
              <a:spcAft>
                <a:spcPts val="600"/>
              </a:spcAft>
              <a:defRPr sz="900"/>
            </a:lvl1pPr>
          </a:lstStyle>
          <a:p>
            <a:pPr lvl="0"/>
            <a:r>
              <a:rPr lang="en-US"/>
              <a:t>Click to edit Master text styles</a:t>
            </a:r>
          </a:p>
        </p:txBody>
      </p:sp>
      <p:grpSp>
        <p:nvGrpSpPr>
          <p:cNvPr id="16" name="Group 15">
            <a:extLst>
              <a:ext uri="{FF2B5EF4-FFF2-40B4-BE49-F238E27FC236}">
                <a16:creationId xmlns:a16="http://schemas.microsoft.com/office/drawing/2014/main" id="{3D477EA3-26AE-43C0-AB9F-D946E74A41CD}"/>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A1A2BB35-B8B3-422F-A495-1EAC6D62E1A8}"/>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F94CAF7A-8D5E-42C0-B151-E5F48497DD2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E3437AE1-1B20-45D8-BB56-1CD769A48D42}"/>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C87ED61C-29A0-4841-8AD7-EDF64EC0F719}"/>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82035582-8257-40DB-9F14-F2F22BDBBE4E}"/>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6839732-0240-48CA-BF6F-F9430D4491BC}"/>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4FB25319-33E0-467D-8A99-E977517BC9A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3BDC68C9-014D-4369-AB15-A89162B10D6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DFD1F96B-2A23-478E-A765-F72B99EE5E1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7FFB714F-755C-4240-AC11-EE9E1A9B0E1C}"/>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1313325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amp; sub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C4D073-1003-4CDE-875E-45EDAD702CE8}"/>
              </a:ext>
            </a:extLst>
          </p:cNvPr>
          <p:cNvPicPr>
            <a:picLocks noChangeAspect="1"/>
          </p:cNvPicPr>
          <p:nvPr userDrawn="1"/>
        </p:nvPicPr>
        <p:blipFill>
          <a:blip r:embed="rId2"/>
          <a:stretch>
            <a:fillRect/>
          </a:stretch>
        </p:blipFill>
        <p:spPr>
          <a:xfrm>
            <a:off x="11383455" y="87398"/>
            <a:ext cx="582279" cy="611586"/>
          </a:xfrm>
          <a:prstGeom prst="rect">
            <a:avLst/>
          </a:prstGeom>
        </p:spPr>
      </p:pic>
      <p:sp>
        <p:nvSpPr>
          <p:cNvPr id="2" name="Title 1">
            <a:extLst>
              <a:ext uri="{FF2B5EF4-FFF2-40B4-BE49-F238E27FC236}">
                <a16:creationId xmlns:a16="http://schemas.microsoft.com/office/drawing/2014/main" id="{FB5E80D4-9934-44DA-8080-82F86444465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7169661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1"/>
            <a:ext cx="11216640" cy="757255"/>
          </a:xfrm>
        </p:spPr>
        <p:txBody>
          <a:bodyPr>
            <a:noAutofit/>
          </a:bodyPr>
          <a:lstStyle>
            <a:lvl1pPr marL="0" indent="0">
              <a:buNone/>
              <a:defRPr sz="2000"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3" name="Text Placeholder 2"/>
          <p:cNvSpPr>
            <a:spLocks noGrp="1"/>
          </p:cNvSpPr>
          <p:nvPr>
            <p:ph type="body" sz="quarter" idx="14"/>
          </p:nvPr>
        </p:nvSpPr>
        <p:spPr>
          <a:xfrm>
            <a:off x="487680" y="1611313"/>
            <a:ext cx="11216640" cy="4734292"/>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269996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amp; 1 column text">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1" y="1665291"/>
            <a:ext cx="9163050" cy="4633910"/>
          </a:xfrm>
          <a:prstGeom prst="rect">
            <a:avLst/>
          </a:prstGeom>
        </p:spPr>
        <p:txBody>
          <a:bodyPr/>
          <a:lstStyle>
            <a:lvl1pPr>
              <a:spcBef>
                <a:spcPts val="600"/>
              </a:spcBef>
              <a:spcAft>
                <a:spcPts val="600"/>
              </a:spcAft>
              <a:tabLst>
                <a:tab pos="8972326" algn="r"/>
              </a:tabLst>
              <a:defRPr/>
            </a:lvl1pPr>
            <a:lvl2pPr>
              <a:spcBef>
                <a:spcPts val="600"/>
              </a:spcBef>
              <a:spcAft>
                <a:spcPts val="600"/>
              </a:spcAft>
              <a:tabLst>
                <a:tab pos="8972326" algn="r"/>
              </a:tabLst>
              <a:defRPr/>
            </a:lvl2pPr>
            <a:lvl3pPr marL="180000" indent="-180000">
              <a:spcBef>
                <a:spcPts val="600"/>
              </a:spcBef>
              <a:spcAft>
                <a:spcPts val="600"/>
              </a:spcAft>
              <a:tabLst>
                <a:tab pos="8972326" algn="r"/>
              </a:tabLst>
              <a:defRPr/>
            </a:lvl3pPr>
            <a:lvl4pPr marL="360000" indent="-180000">
              <a:spcBef>
                <a:spcPts val="600"/>
              </a:spcBef>
              <a:spcAft>
                <a:spcPts val="600"/>
              </a:spcAft>
              <a:tabLst>
                <a:tab pos="8972326" algn="r"/>
              </a:tabLst>
              <a:defRPr/>
            </a:lvl4pPr>
            <a:lvl5pPr marL="540000" indent="-180000">
              <a:spcBef>
                <a:spcPts val="600"/>
              </a:spcBef>
              <a:spcAft>
                <a:spcPts val="600"/>
              </a:spcAft>
              <a:buFont typeface="Arial" panose="020B0604020202020204" pitchFamily="34" charset="0"/>
              <a:buChar cha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p:cNvSpPr>
            <a:spLocks noGrp="1"/>
          </p:cNvSpPr>
          <p:nvPr>
            <p:ph type="title"/>
          </p:nvPr>
        </p:nvSpPr>
        <p:spPr>
          <a:xfrm>
            <a:off x="469901" y="402587"/>
            <a:ext cx="916305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4957121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Subhead">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984CEC11-627B-024F-8027-972217259DB9}"/>
              </a:ext>
            </a:extLst>
          </p:cNvPr>
          <p:cNvSpPr>
            <a:spLocks noGrp="1"/>
          </p:cNvSpPr>
          <p:nvPr>
            <p:ph type="body" sz="quarter" idx="14"/>
          </p:nvPr>
        </p:nvSpPr>
        <p:spPr>
          <a:xfrm>
            <a:off x="469900" y="1020129"/>
            <a:ext cx="11252200" cy="392111"/>
          </a:xfrm>
        </p:spPr>
        <p:txBody>
          <a:bodyPr vert="horz" lIns="0" tIns="0" rIns="0" bIns="0" rtlCol="0">
            <a:noAutofit/>
          </a:bodyPr>
          <a:lstStyle>
            <a:lvl1pPr marL="0" indent="0">
              <a:buNone/>
              <a:defRPr lang="en-US" sz="1200"/>
            </a:lvl1pPr>
          </a:lstStyle>
          <a:p>
            <a:pPr marL="228600" lvl="0" indent="-228600">
              <a:lnSpc>
                <a:spcPct val="130000"/>
              </a:lnSpc>
            </a:pPr>
            <a:r>
              <a:rPr lang="en-US"/>
              <a:t>Click to edit Master text styles</a:t>
            </a:r>
          </a:p>
        </p:txBody>
      </p:sp>
      <p:sp>
        <p:nvSpPr>
          <p:cNvPr id="6" name="Title Placeholder 1">
            <a:extLst>
              <a:ext uri="{FF2B5EF4-FFF2-40B4-BE49-F238E27FC236}">
                <a16:creationId xmlns:a16="http://schemas.microsoft.com/office/drawing/2014/main" id="{16F5BB4F-DCCF-5642-9CBE-D2DEAF3D691A}"/>
              </a:ext>
            </a:extLst>
          </p:cNvPr>
          <p:cNvSpPr>
            <a:spLocks noGrp="1"/>
          </p:cNvSpPr>
          <p:nvPr>
            <p:ph type="title"/>
          </p:nvPr>
        </p:nvSpPr>
        <p:spPr bwMode="gray">
          <a:xfrm>
            <a:off x="469900" y="565723"/>
            <a:ext cx="11252200" cy="451866"/>
          </a:xfrm>
          <a:prstGeom prst="rect">
            <a:avLst/>
          </a:prstGeom>
        </p:spPr>
        <p:txBody>
          <a:bodyPr vert="horz" lIns="0" tIns="0" rIns="0" bIns="0" rtlCol="0" anchor="t" anchorCtr="0">
            <a:noAutofit/>
          </a:bodyPr>
          <a:lstStyle/>
          <a:p>
            <a:r>
              <a:rPr lang="en-US" noProof="0"/>
              <a:t>Click to edit Master title style</a:t>
            </a:r>
          </a:p>
        </p:txBody>
      </p:sp>
    </p:spTree>
    <p:extLst>
      <p:ext uri="{BB962C8B-B14F-4D97-AF65-F5344CB8AC3E}">
        <p14:creationId xmlns:p14="http://schemas.microsoft.com/office/powerpoint/2010/main" val="256481132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98838212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ags" Target="../tags/tag3.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vmlDrawing" Target="../drawings/vmlDrawing2.v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29" Type="http://schemas.openxmlformats.org/officeDocument/2006/relationships/image" Target="../media/image3.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1.emf"/><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6"/>
            </p:custDataLst>
            <p:extLst>
              <p:ext uri="{D42A27DB-BD31-4B8C-83A1-F6EECF244321}">
                <p14:modId xmlns:p14="http://schemas.microsoft.com/office/powerpoint/2010/main" val="363657335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26" name="think-cell Slide" r:id="rId27" imgW="270" imgH="270" progId="TCLayout.ActiveDocument.1">
                  <p:embed/>
                </p:oleObj>
              </mc:Choice>
              <mc:Fallback>
                <p:oleObj name="think-cell Slide" r:id="rId27" imgW="270" imgH="270" progId="TCLayout.ActiveDocument.1">
                  <p:embed/>
                  <p:pic>
                    <p:nvPicPr>
                      <p:cNvPr id="4" name="Object 3" hidden="1"/>
                      <p:cNvPicPr/>
                      <p:nvPr/>
                    </p:nvPicPr>
                    <p:blipFill>
                      <a:blip r:embed="rId28"/>
                      <a:stretch>
                        <a:fillRect/>
                      </a:stretch>
                    </p:blipFill>
                    <p:spPr>
                      <a:xfrm>
                        <a:off x="2118" y="1589"/>
                        <a:ext cx="2116" cy="1587"/>
                      </a:xfrm>
                      <a:prstGeom prst="rect">
                        <a:avLst/>
                      </a:prstGeom>
                    </p:spPr>
                  </p:pic>
                </p:oleObj>
              </mc:Fallback>
            </mc:AlternateContent>
          </a:graphicData>
        </a:graphic>
      </p:graphicFrame>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mj-lt"/>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mj-lt"/>
              <a:cs typeface="Calibri" panose="020F0502020204030204" pitchFamily="34" charset="0"/>
            </a:endParaRPr>
          </a:p>
        </p:txBody>
      </p:sp>
      <p:sp>
        <p:nvSpPr>
          <p:cNvPr id="8" name="TextBox 7">
            <a:extLst>
              <a:ext uri="{FF2B5EF4-FFF2-40B4-BE49-F238E27FC236}">
                <a16:creationId xmlns:a16="http://schemas.microsoft.com/office/drawing/2014/main" id="{E929312D-3972-4225-8F07-A987563674A8}"/>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tx1"/>
                </a:solidFill>
                <a:latin typeface="+mj-lt"/>
                <a:ea typeface="+mn-ea"/>
                <a:cs typeface="+mn-cs"/>
              </a:rPr>
              <a:t>CLASSIFICATION: CONFIDENTIAL </a:t>
            </a:r>
            <a:r>
              <a:rPr lang="mr-IN" sz="900" b="0" i="0" u="none" strike="noStrike" kern="1200" baseline="0">
                <a:solidFill>
                  <a:schemeClr val="tx1"/>
                </a:solidFill>
                <a:latin typeface="+mj-lt"/>
                <a:ea typeface="+mn-ea"/>
                <a:cs typeface="+mn-cs"/>
              </a:rPr>
              <a:t>–</a:t>
            </a:r>
            <a:r>
              <a:rPr lang="fr-FR" sz="900" b="0" i="0" u="none" strike="noStrike" kern="1200" baseline="0">
                <a:solidFill>
                  <a:schemeClr val="tx1"/>
                </a:solidFill>
                <a:latin typeface="+mj-lt"/>
                <a:ea typeface="+mn-ea"/>
                <a:cs typeface="+mn-cs"/>
              </a:rPr>
              <a:t> FOR INTERNAL USE ONLY </a:t>
            </a:r>
            <a:endParaRPr lang="en-US" sz="900" noProof="0">
              <a:solidFill>
                <a:schemeClr val="tx1"/>
              </a:solidFill>
              <a:latin typeface="+mj-lt"/>
              <a:cs typeface="Calibri" panose="020F0502020204030204" pitchFamily="34" charset="0"/>
            </a:endParaRPr>
          </a:p>
        </p:txBody>
      </p:sp>
      <p:sp>
        <p:nvSpPr>
          <p:cNvPr id="2" name="Title Placeholder 1">
            <a:extLst>
              <a:ext uri="{FF2B5EF4-FFF2-40B4-BE49-F238E27FC236}">
                <a16:creationId xmlns:a16="http://schemas.microsoft.com/office/drawing/2014/main" id="{55A3EF29-E93A-4F64-AFB7-F09E77592B57}"/>
              </a:ext>
            </a:extLst>
          </p:cNvPr>
          <p:cNvSpPr>
            <a:spLocks noGrp="1"/>
          </p:cNvSpPr>
          <p:nvPr>
            <p:ph type="title"/>
          </p:nvPr>
        </p:nvSpPr>
        <p:spPr>
          <a:xfrm>
            <a:off x="506535" y="280973"/>
            <a:ext cx="10515600" cy="611586"/>
          </a:xfrm>
          <a:prstGeom prst="rect">
            <a:avLst/>
          </a:prstGeom>
        </p:spPr>
        <p:txBody>
          <a:bodyPr vert="horz" lIns="91440" tIns="45720" rIns="91440" bIns="45720" rtlCol="0" anchor="ctr">
            <a:normAutofit/>
          </a:bodyPr>
          <a:lstStyle/>
          <a:p>
            <a:r>
              <a:rPr lang="en-US"/>
              <a:t>Click to edit Master title style</a:t>
            </a:r>
          </a:p>
        </p:txBody>
      </p:sp>
      <p:sp>
        <p:nvSpPr>
          <p:cNvPr id="5" name="Copyright">
            <a:extLst>
              <a:ext uri="{FF2B5EF4-FFF2-40B4-BE49-F238E27FC236}">
                <a16:creationId xmlns:a16="http://schemas.microsoft.com/office/drawing/2014/main" id="{24A7C75C-C7E0-483E-9D3C-AD1A8201F919}"/>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914400" rtl="0" eaLnBrk="1" latinLnBrk="0" hangingPunct="1">
              <a:spcBef>
                <a:spcPts val="600"/>
              </a:spcBef>
              <a:buSzPct val="100000"/>
              <a:buFont typeface="Arial"/>
              <a:buNone/>
            </a:pPr>
            <a:r>
              <a:rPr lang="en-US" sz="900" b="0">
                <a:solidFill>
                  <a:schemeClr val="tx1"/>
                </a:solidFill>
                <a:latin typeface="+mn-lt"/>
              </a:rPr>
              <a:t>Copyright © 2022 Deloitte Development LLC. All rights reserved.</a:t>
            </a:r>
          </a:p>
        </p:txBody>
      </p:sp>
    </p:spTree>
    <p:extLst>
      <p:ext uri="{BB962C8B-B14F-4D97-AF65-F5344CB8AC3E}">
        <p14:creationId xmlns:p14="http://schemas.microsoft.com/office/powerpoint/2010/main" val="2246303637"/>
      </p:ext>
    </p:extLst>
  </p:cSld>
  <p:clrMap bg1="lt1" tx1="dk1" bg2="lt2" tx2="dk2" accent1="accent1" accent2="accent2" accent3="accent3" accent4="accent4" accent5="accent5" accent6="accent6" hlink="hlink" folHlink="folHlink"/>
  <p:sldLayoutIdLst>
    <p:sldLayoutId id="2147483815" r:id="rId1"/>
    <p:sldLayoutId id="2147483899" r:id="rId2"/>
    <p:sldLayoutId id="2147483820" r:id="rId3"/>
    <p:sldLayoutId id="2147483823" r:id="rId4"/>
    <p:sldLayoutId id="2147483824" r:id="rId5"/>
    <p:sldLayoutId id="2147483769" r:id="rId6"/>
    <p:sldLayoutId id="2147483826" r:id="rId7"/>
    <p:sldLayoutId id="2147483827" r:id="rId8"/>
    <p:sldLayoutId id="2147483906" r:id="rId9"/>
    <p:sldLayoutId id="2147483773" r:id="rId10"/>
    <p:sldLayoutId id="2147483775" r:id="rId11"/>
    <p:sldLayoutId id="2147483832" r:id="rId12"/>
    <p:sldLayoutId id="2147483786" r:id="rId13"/>
    <p:sldLayoutId id="2147483846" r:id="rId14"/>
    <p:sldLayoutId id="2147483907" r:id="rId15"/>
    <p:sldLayoutId id="2147483890" r:id="rId16"/>
    <p:sldLayoutId id="2147483891" r:id="rId17"/>
    <p:sldLayoutId id="2147483894" r:id="rId18"/>
    <p:sldLayoutId id="2147483905" r:id="rId19"/>
    <p:sldLayoutId id="2147483908" r:id="rId20"/>
    <p:sldLayoutId id="2147483970" r:id="rId21"/>
    <p:sldLayoutId id="2147483971" r:id="rId22"/>
    <p:sldLayoutId id="2147483996" r:id="rId23"/>
  </p:sldLayoutIdLst>
  <p:transition>
    <p:fade/>
  </p:transition>
  <p:hf hdr="0" dt="0"/>
  <p:txStyles>
    <p:titleStyle>
      <a:lvl1pPr algn="l" defTabSz="914400" rtl="0" eaLnBrk="1" latinLnBrk="0" hangingPunct="1">
        <a:spcBef>
          <a:spcPct val="0"/>
        </a:spcBef>
        <a:buNone/>
        <a:defRPr sz="2400" kern="1200">
          <a:solidFill>
            <a:srgbClr val="000000"/>
          </a:solidFill>
          <a:latin typeface="+mj-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300" b="0" kern="1200">
          <a:solidFill>
            <a:schemeClr val="tx1"/>
          </a:solidFill>
          <a:latin typeface="+mn-lt"/>
          <a:ea typeface="+mn-ea"/>
          <a:cs typeface="Calibri Light" panose="020F0302020204030204" pitchFamily="34" charset="0"/>
        </a:defRPr>
      </a:lvl1pPr>
      <a:lvl2pPr marL="0" indent="0" algn="l" defTabSz="914400" rtl="0" eaLnBrk="1" latinLnBrk="0" hangingPunct="1">
        <a:spcBef>
          <a:spcPts val="0"/>
        </a:spcBef>
        <a:spcAft>
          <a:spcPts val="1000"/>
        </a:spcAft>
        <a:buClrTx/>
        <a:buSzPct val="100000"/>
        <a:buFont typeface="Arial"/>
        <a:buNone/>
        <a:defRPr lang="en-US" sz="1300" b="1" kern="1200" dirty="0" smtClean="0">
          <a:solidFill>
            <a:schemeClr val="tx1"/>
          </a:solidFill>
          <a:latin typeface="+mj-lt"/>
          <a:ea typeface="+mn-ea"/>
          <a:cs typeface="Calibri Light" panose="020F0302020204030204" pitchFamily="34" charset="0"/>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3" orient="horz" pos="4020">
          <p15:clr>
            <a:srgbClr val="F26B43"/>
          </p15:clr>
        </p15:guide>
        <p15:guide id="4" pos="237">
          <p15:clr>
            <a:srgbClr val="F26B43"/>
          </p15:clr>
        </p15:guide>
        <p15:guide id="5" pos="5523">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2" orient="horz" pos="640">
          <p15:clr>
            <a:srgbClr val="F26B43"/>
          </p15:clr>
        </p15:guide>
        <p15:guide id="23" pos="5098" userDrawn="1">
          <p15:clr>
            <a:srgbClr val="F26B43"/>
          </p15:clr>
        </p15:guide>
        <p15:guide id="24" orient="horz" pos="2160" userDrawn="1">
          <p15:clr>
            <a:srgbClr val="F26B43"/>
          </p15:clr>
        </p15:guide>
        <p15:guide id="25" orient="horz" pos="3968" userDrawn="1">
          <p15:clr>
            <a:srgbClr val="F26B43"/>
          </p15:clr>
        </p15:guide>
        <p15:guide id="26" pos="296" userDrawn="1">
          <p15:clr>
            <a:srgbClr val="F26B43"/>
          </p15:clr>
        </p15:guide>
        <p15:guide id="27" pos="7384" userDrawn="1">
          <p15:clr>
            <a:srgbClr val="F26B43"/>
          </p15:clr>
        </p15:guide>
        <p15:guide id="28" orient="horz" pos="1071" userDrawn="1">
          <p15:clr>
            <a:srgbClr val="F26B43"/>
          </p15:clr>
        </p15:guide>
        <p15:guide id="29" orient="horz" pos="245" userDrawn="1">
          <p15:clr>
            <a:srgbClr val="F26B43"/>
          </p15:clr>
        </p15:guide>
        <p15:guide id="30" orient="horz" pos="4081" userDrawn="1">
          <p15:clr>
            <a:srgbClr val="F26B43"/>
          </p15:clr>
        </p15:guide>
        <p15:guide id="31" pos="4986" userDrawn="1">
          <p15:clr>
            <a:srgbClr val="F26B43"/>
          </p15:clr>
        </p15:guide>
        <p15:guide id="32" pos="1382" userDrawn="1">
          <p15:clr>
            <a:srgbClr val="F26B43"/>
          </p15:clr>
        </p15:guide>
        <p15:guide id="33" pos="1496" userDrawn="1">
          <p15:clr>
            <a:srgbClr val="F26B43"/>
          </p15:clr>
        </p15:guide>
        <p15:guide id="34" pos="2581" userDrawn="1">
          <p15:clr>
            <a:srgbClr val="F26B43"/>
          </p15:clr>
        </p15:guide>
        <p15:guide id="35" pos="2695" userDrawn="1">
          <p15:clr>
            <a:srgbClr val="F26B43"/>
          </p15:clr>
        </p15:guide>
        <p15:guide id="36" pos="6185" userDrawn="1">
          <p15:clr>
            <a:srgbClr val="F26B43"/>
          </p15:clr>
        </p15:guide>
        <p15:guide id="37" pos="3783" userDrawn="1">
          <p15:clr>
            <a:srgbClr val="F26B43"/>
          </p15:clr>
        </p15:guide>
        <p15:guide id="38" pos="3896" userDrawn="1">
          <p15:clr>
            <a:srgbClr val="F26B43"/>
          </p15:clr>
        </p15:guide>
        <p15:guide id="39" pos="3840" userDrawn="1">
          <p15:clr>
            <a:srgbClr val="F26B43"/>
          </p15:clr>
        </p15:guide>
        <p15:guide id="40" pos="6299" userDrawn="1">
          <p15:clr>
            <a:srgbClr val="F26B43"/>
          </p15:clr>
        </p15:guide>
        <p15:guide id="41" orient="horz" pos="1049" userDrawn="1">
          <p15:clr>
            <a:srgbClr val="F26B43"/>
          </p15:clr>
        </p15:guide>
        <p15:guide id="42" orient="horz" pos="641" userDrawn="1">
          <p15:clr>
            <a:srgbClr val="F26B43"/>
          </p15:clr>
        </p15:guide>
        <p15:guide id="43" orient="horz" pos="2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6"/>
            </p:custDataLst>
            <p:extLst>
              <p:ext uri="{D42A27DB-BD31-4B8C-83A1-F6EECF244321}">
                <p14:modId xmlns:p14="http://schemas.microsoft.com/office/powerpoint/2010/main" val="180656439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2050" name="think-cell Slide" r:id="rId27" imgW="270" imgH="270" progId="TCLayout.ActiveDocument.1">
                  <p:embed/>
                </p:oleObj>
              </mc:Choice>
              <mc:Fallback>
                <p:oleObj name="think-cell Slide" r:id="rId27" imgW="270" imgH="270" progId="TCLayout.ActiveDocument.1">
                  <p:embed/>
                  <p:pic>
                    <p:nvPicPr>
                      <p:cNvPr id="4" name="Object 3" hidden="1"/>
                      <p:cNvPicPr/>
                      <p:nvPr/>
                    </p:nvPicPr>
                    <p:blipFill>
                      <a:blip r:embed="rId28"/>
                      <a:stretch>
                        <a:fillRect/>
                      </a:stretch>
                    </p:blipFill>
                    <p:spPr>
                      <a:xfrm>
                        <a:off x="2118" y="1589"/>
                        <a:ext cx="2116" cy="1587"/>
                      </a:xfrm>
                      <a:prstGeom prst="rect">
                        <a:avLst/>
                      </a:prstGeom>
                    </p:spPr>
                  </p:pic>
                </p:oleObj>
              </mc:Fallback>
            </mc:AlternateContent>
          </a:graphicData>
        </a:graphic>
      </p:graphicFrame>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mj-lt"/>
                <a:cs typeface="Calibri" panose="020F0502020204030204" pitchFamily="34" charset="0"/>
              </a:rPr>
              <a:pPr marL="0" indent="0" algn="r">
                <a:spcBef>
                  <a:spcPts val="600"/>
                </a:spcBef>
                <a:buSzPct val="100000"/>
                <a:buFont typeface="Arial"/>
                <a:buNone/>
              </a:pPr>
              <a:t>‹#›</a:t>
            </a:fld>
            <a:endParaRPr lang="en-US" sz="900" noProof="0">
              <a:solidFill>
                <a:schemeClr val="tx1"/>
              </a:solidFill>
              <a:latin typeface="+mj-lt"/>
              <a:cs typeface="Calibri" panose="020F0502020204030204" pitchFamily="34" charset="0"/>
            </a:endParaRPr>
          </a:p>
        </p:txBody>
      </p:sp>
      <p:sp>
        <p:nvSpPr>
          <p:cNvPr id="8" name="TextBox 7">
            <a:extLst>
              <a:ext uri="{FF2B5EF4-FFF2-40B4-BE49-F238E27FC236}">
                <a16:creationId xmlns:a16="http://schemas.microsoft.com/office/drawing/2014/main" id="{E929312D-3972-4225-8F07-A987563674A8}"/>
              </a:ext>
            </a:extLst>
          </p:cNvPr>
          <p:cNvSpPr txBox="1"/>
          <p:nvPr userDrawn="1"/>
        </p:nvSpPr>
        <p:spPr>
          <a:xfrm>
            <a:off x="6335184" y="6477000"/>
            <a:ext cx="4896560" cy="138499"/>
          </a:xfrm>
          <a:prstGeom prst="rect">
            <a:avLst/>
          </a:prstGeom>
          <a:noFill/>
        </p:spPr>
        <p:txBody>
          <a:bodyPr wrap="square" lIns="0" tIns="0" rIns="0" bIns="0" rtlCol="0">
            <a:spAutoFit/>
          </a:bodyPr>
          <a:lstStyle/>
          <a:p>
            <a:pPr marL="0" indent="0" algn="r">
              <a:spcBef>
                <a:spcPts val="0"/>
              </a:spcBef>
              <a:buSzPct val="100000"/>
              <a:buFont typeface="Arial"/>
              <a:buNone/>
            </a:pPr>
            <a:r>
              <a:rPr lang="fr-FR" sz="900" b="0" i="0" u="none" strike="noStrike" kern="1200" baseline="0">
                <a:solidFill>
                  <a:schemeClr val="tx1"/>
                </a:solidFill>
                <a:latin typeface="+mj-lt"/>
                <a:ea typeface="+mn-ea"/>
                <a:cs typeface="+mn-cs"/>
              </a:rPr>
              <a:t>CLASSIFICATION: CONFIDENTIAL </a:t>
            </a:r>
            <a:r>
              <a:rPr lang="mr-IN" sz="900" b="0" i="0" u="none" strike="noStrike" kern="1200" baseline="0">
                <a:solidFill>
                  <a:schemeClr val="tx1"/>
                </a:solidFill>
                <a:latin typeface="+mj-lt"/>
                <a:ea typeface="+mn-ea"/>
                <a:cs typeface="+mn-cs"/>
              </a:rPr>
              <a:t>–</a:t>
            </a:r>
            <a:r>
              <a:rPr lang="fr-FR" sz="900" b="0" i="0" u="none" strike="noStrike" kern="1200" baseline="0">
                <a:solidFill>
                  <a:schemeClr val="tx1"/>
                </a:solidFill>
                <a:latin typeface="+mj-lt"/>
                <a:ea typeface="+mn-ea"/>
                <a:cs typeface="+mn-cs"/>
              </a:rPr>
              <a:t> FOR INTERNAL USE ONLY </a:t>
            </a:r>
            <a:endParaRPr lang="en-US" sz="900" noProof="0">
              <a:solidFill>
                <a:schemeClr val="tx1"/>
              </a:solidFill>
              <a:latin typeface="+mj-lt"/>
              <a:cs typeface="Calibri" panose="020F0502020204030204" pitchFamily="34" charset="0"/>
            </a:endParaRPr>
          </a:p>
        </p:txBody>
      </p:sp>
      <p:sp>
        <p:nvSpPr>
          <p:cNvPr id="10" name="Rectangle 9">
            <a:extLst>
              <a:ext uri="{FF2B5EF4-FFF2-40B4-BE49-F238E27FC236}">
                <a16:creationId xmlns:a16="http://schemas.microsoft.com/office/drawing/2014/main" id="{A1684B00-8B74-430D-BC6C-F1D0E7A954E5}"/>
              </a:ext>
            </a:extLst>
          </p:cNvPr>
          <p:cNvSpPr/>
          <p:nvPr userDrawn="1"/>
        </p:nvSpPr>
        <p:spPr>
          <a:xfrm>
            <a:off x="0" y="-1"/>
            <a:ext cx="12191999" cy="7863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345" tIns="31173" rIns="62345" bIns="31173" numCol="1" spcCol="0" rtlCol="0" fromWordArt="0" anchor="ctr" anchorCtr="0" forceAA="0" compatLnSpc="1">
            <a:prstTxWarp prst="textNoShape">
              <a:avLst/>
            </a:prstTxWarp>
            <a:noAutofit/>
          </a:bodyPr>
          <a:lstStyle/>
          <a:p>
            <a:pPr marL="0" marR="0" lvl="0" indent="0" algn="l" defTabSz="1219170" rtl="0" eaLnBrk="1" fontAlgn="auto" latinLnBrk="0" hangingPunct="1">
              <a:lnSpc>
                <a:spcPct val="106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pitchFamily="34" charset="0"/>
                <a:ea typeface="Verdana" panose="020B0604030504040204" pitchFamily="34" charset="0"/>
                <a:cs typeface="Calibri" panose="020F0502020204030204" pitchFamily="34" charset="0"/>
              </a:rPr>
              <a:t>   </a:t>
            </a:r>
            <a:endParaRPr kumimoji="0" lang="en-US" sz="2400" b="1" i="0" u="none" strike="noStrike" kern="1200" cap="none" spc="0" normalizeH="0" baseline="0" noProof="0">
              <a:ln>
                <a:noFill/>
              </a:ln>
              <a:solidFill>
                <a:srgbClr val="86BC25"/>
              </a:solidFill>
              <a:effectLst/>
              <a:uLnTx/>
              <a:uFillTx/>
              <a:latin typeface="Calibri" panose="020F0502020204030204" pitchFamily="34" charset="0"/>
              <a:ea typeface="Verdana" panose="020B060403050404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7047253E-0150-498D-A697-B65CC2B96D95}"/>
              </a:ext>
            </a:extLst>
          </p:cNvPr>
          <p:cNvPicPr>
            <a:picLocks noChangeAspect="1"/>
          </p:cNvPicPr>
          <p:nvPr userDrawn="1"/>
        </p:nvPicPr>
        <p:blipFill>
          <a:blip r:embed="rId29"/>
          <a:stretch>
            <a:fillRect/>
          </a:stretch>
        </p:blipFill>
        <p:spPr>
          <a:xfrm>
            <a:off x="11383455" y="87398"/>
            <a:ext cx="582279" cy="611586"/>
          </a:xfrm>
          <a:prstGeom prst="rect">
            <a:avLst/>
          </a:prstGeom>
        </p:spPr>
      </p:pic>
      <p:sp>
        <p:nvSpPr>
          <p:cNvPr id="2" name="Title Placeholder 1">
            <a:extLst>
              <a:ext uri="{FF2B5EF4-FFF2-40B4-BE49-F238E27FC236}">
                <a16:creationId xmlns:a16="http://schemas.microsoft.com/office/drawing/2014/main" id="{55A3EF29-E93A-4F64-AFB7-F09E77592B57}"/>
              </a:ext>
            </a:extLst>
          </p:cNvPr>
          <p:cNvSpPr>
            <a:spLocks noGrp="1"/>
          </p:cNvSpPr>
          <p:nvPr>
            <p:ph type="title"/>
          </p:nvPr>
        </p:nvSpPr>
        <p:spPr>
          <a:xfrm>
            <a:off x="506535" y="87398"/>
            <a:ext cx="10515600" cy="611586"/>
          </a:xfrm>
          <a:prstGeom prst="rect">
            <a:avLst/>
          </a:prstGeom>
        </p:spPr>
        <p:txBody>
          <a:bodyPr vert="horz" lIns="91440" tIns="45720" rIns="91440" bIns="45720" rtlCol="0" anchor="ctr">
            <a:normAutofit/>
          </a:bodyPr>
          <a:lstStyle/>
          <a:p>
            <a:r>
              <a:rPr lang="en-US"/>
              <a:t>Click to edit Master title style</a:t>
            </a:r>
          </a:p>
        </p:txBody>
      </p:sp>
      <p:sp>
        <p:nvSpPr>
          <p:cNvPr id="5" name="Copyright">
            <a:extLst>
              <a:ext uri="{FF2B5EF4-FFF2-40B4-BE49-F238E27FC236}">
                <a16:creationId xmlns:a16="http://schemas.microsoft.com/office/drawing/2014/main" id="{24A7C75C-C7E0-483E-9D3C-AD1A8201F919}"/>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914400" rtl="0" eaLnBrk="1" latinLnBrk="0" hangingPunct="1">
              <a:spcBef>
                <a:spcPts val="600"/>
              </a:spcBef>
              <a:buSzPct val="100000"/>
              <a:buFont typeface="Arial"/>
              <a:buNone/>
            </a:pPr>
            <a:r>
              <a:rPr lang="en-US" sz="900" b="0">
                <a:solidFill>
                  <a:schemeClr val="tx1"/>
                </a:solidFill>
                <a:latin typeface="+mn-lt"/>
              </a:rPr>
              <a:t>Copyright © 2021 Deloitte Development LLC. All rights reserved.</a:t>
            </a:r>
          </a:p>
        </p:txBody>
      </p:sp>
    </p:spTree>
    <p:extLst>
      <p:ext uri="{BB962C8B-B14F-4D97-AF65-F5344CB8AC3E}">
        <p14:creationId xmlns:p14="http://schemas.microsoft.com/office/powerpoint/2010/main" val="700954642"/>
      </p:ext>
    </p:extLst>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85" r:id="rId12"/>
    <p:sldLayoutId id="2147483986" r:id="rId13"/>
    <p:sldLayoutId id="2147483987" r:id="rId14"/>
    <p:sldLayoutId id="2147483988" r:id="rId15"/>
    <p:sldLayoutId id="2147483989" r:id="rId16"/>
    <p:sldLayoutId id="2147483990" r:id="rId17"/>
    <p:sldLayoutId id="2147483991" r:id="rId18"/>
    <p:sldLayoutId id="2147483992" r:id="rId19"/>
    <p:sldLayoutId id="2147483993" r:id="rId20"/>
    <p:sldLayoutId id="2147483994" r:id="rId21"/>
    <p:sldLayoutId id="2147483995" r:id="rId22"/>
    <p:sldLayoutId id="2147483997" r:id="rId23"/>
  </p:sldLayoutIdLst>
  <p:transition>
    <p:fade/>
  </p:transition>
  <p:hf hdr="0" dt="0"/>
  <p:txStyles>
    <p:titleStyle>
      <a:lvl1pPr algn="l" defTabSz="914400" rtl="0" eaLnBrk="1" latinLnBrk="0" hangingPunct="1">
        <a:spcBef>
          <a:spcPct val="0"/>
        </a:spcBef>
        <a:buNone/>
        <a:defRPr sz="2400" kern="1200">
          <a:solidFill>
            <a:schemeClr val="bg1"/>
          </a:solidFill>
          <a:latin typeface="+mj-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300" b="0" kern="1200">
          <a:solidFill>
            <a:schemeClr val="tx1"/>
          </a:solidFill>
          <a:latin typeface="+mn-lt"/>
          <a:ea typeface="+mn-ea"/>
          <a:cs typeface="Calibri Light" panose="020F0302020204030204" pitchFamily="34" charset="0"/>
        </a:defRPr>
      </a:lvl1pPr>
      <a:lvl2pPr marL="0" indent="0" algn="l" defTabSz="914400" rtl="0" eaLnBrk="1" latinLnBrk="0" hangingPunct="1">
        <a:spcBef>
          <a:spcPts val="0"/>
        </a:spcBef>
        <a:spcAft>
          <a:spcPts val="1000"/>
        </a:spcAft>
        <a:buClrTx/>
        <a:buSzPct val="100000"/>
        <a:buFont typeface="Arial"/>
        <a:buNone/>
        <a:defRPr lang="en-US" sz="1300" b="1" kern="1200" dirty="0" smtClean="0">
          <a:solidFill>
            <a:schemeClr val="tx1"/>
          </a:solidFill>
          <a:latin typeface="+mj-lt"/>
          <a:ea typeface="+mn-ea"/>
          <a:cs typeface="Calibri Light" panose="020F0302020204030204" pitchFamily="34" charset="0"/>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3" orient="horz" pos="4020">
          <p15:clr>
            <a:srgbClr val="F26B43"/>
          </p15:clr>
        </p15:guide>
        <p15:guide id="4" pos="237">
          <p15:clr>
            <a:srgbClr val="F26B43"/>
          </p15:clr>
        </p15:guide>
        <p15:guide id="5" pos="5523">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2" orient="horz" pos="640">
          <p15:clr>
            <a:srgbClr val="F26B43"/>
          </p15:clr>
        </p15:guide>
        <p15:guide id="23" pos="5098">
          <p15:clr>
            <a:srgbClr val="F26B43"/>
          </p15:clr>
        </p15:guide>
        <p15:guide id="24" orient="horz" pos="2160">
          <p15:clr>
            <a:srgbClr val="F26B43"/>
          </p15:clr>
        </p15:guide>
        <p15:guide id="25" orient="horz" pos="3968">
          <p15:clr>
            <a:srgbClr val="F26B43"/>
          </p15:clr>
        </p15:guide>
        <p15:guide id="26" pos="296">
          <p15:clr>
            <a:srgbClr val="F26B43"/>
          </p15:clr>
        </p15:guide>
        <p15:guide id="27" pos="7384">
          <p15:clr>
            <a:srgbClr val="F26B43"/>
          </p15:clr>
        </p15:guide>
        <p15:guide id="28" orient="horz" pos="1071">
          <p15:clr>
            <a:srgbClr val="F26B43"/>
          </p15:clr>
        </p15:guide>
        <p15:guide id="29" orient="horz" pos="245">
          <p15:clr>
            <a:srgbClr val="F26B43"/>
          </p15:clr>
        </p15:guide>
        <p15:guide id="30" orient="horz" pos="4081">
          <p15:clr>
            <a:srgbClr val="F26B43"/>
          </p15:clr>
        </p15:guide>
        <p15:guide id="31" pos="4986">
          <p15:clr>
            <a:srgbClr val="F26B43"/>
          </p15:clr>
        </p15:guide>
        <p15:guide id="32" pos="1382">
          <p15:clr>
            <a:srgbClr val="F26B43"/>
          </p15:clr>
        </p15:guide>
        <p15:guide id="33" pos="1496">
          <p15:clr>
            <a:srgbClr val="F26B43"/>
          </p15:clr>
        </p15:guide>
        <p15:guide id="34" pos="2581">
          <p15:clr>
            <a:srgbClr val="F26B43"/>
          </p15:clr>
        </p15:guide>
        <p15:guide id="35" pos="2695">
          <p15:clr>
            <a:srgbClr val="F26B43"/>
          </p15:clr>
        </p15:guide>
        <p15:guide id="36" pos="6185">
          <p15:clr>
            <a:srgbClr val="F26B43"/>
          </p15:clr>
        </p15:guide>
        <p15:guide id="37" pos="3783">
          <p15:clr>
            <a:srgbClr val="F26B43"/>
          </p15:clr>
        </p15:guide>
        <p15:guide id="38" pos="3896">
          <p15:clr>
            <a:srgbClr val="F26B43"/>
          </p15:clr>
        </p15:guide>
        <p15:guide id="39" pos="3840">
          <p15:clr>
            <a:srgbClr val="F26B43"/>
          </p15:clr>
        </p15:guide>
        <p15:guide id="40" pos="6299">
          <p15:clr>
            <a:srgbClr val="F26B43"/>
          </p15:clr>
        </p15:guide>
        <p15:guide id="41" orient="horz" pos="1049">
          <p15:clr>
            <a:srgbClr val="F26B43"/>
          </p15:clr>
        </p15:guide>
        <p15:guide id="42" orient="horz" pos="641">
          <p15:clr>
            <a:srgbClr val="F26B43"/>
          </p15:clr>
        </p15:guide>
        <p15:guide id="43"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hyperlink" Target="https://www2.deloitte.com/global/en.html" TargetMode="External"/><Relationship Id="rId2" Type="http://schemas.openxmlformats.org/officeDocument/2006/relationships/image" Target="../media/image6.png"/><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5.xml"/><Relationship Id="rId4" Type="http://schemas.openxmlformats.org/officeDocument/2006/relationships/hyperlink" Target="https://design.deloitte.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hyperlink" Target="https://octopus.deloitte.com/App-Discovery" TargetMode="Externa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45.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40006" y="5036428"/>
            <a:ext cx="6217648" cy="1518676"/>
          </a:xfrm>
        </p:spPr>
        <p:txBody>
          <a:bodyPr/>
          <a:lstStyle/>
          <a:p>
            <a:pPr>
              <a:buSzPct val="100000"/>
            </a:pPr>
            <a:r>
              <a:rPr lang="en-US">
                <a:latin typeface="+mn-lt"/>
                <a:cs typeface="Open Sans" panose="020B0606030504020204" pitchFamily="34" charset="0"/>
              </a:rPr>
              <a:t>Cookie Consent Project</a:t>
            </a:r>
            <a:br>
              <a:rPr lang="en-US">
                <a:latin typeface="+mn-lt"/>
                <a:cs typeface="Open Sans" panose="020B0606030504020204" pitchFamily="34" charset="0"/>
              </a:rPr>
            </a:br>
            <a:r>
              <a:rPr lang="en-US" sz="1800">
                <a:solidFill>
                  <a:srgbClr val="000000"/>
                </a:solidFill>
                <a:latin typeface="+mn-lt"/>
                <a:cs typeface="Open Sans" panose="020B0606030504020204" pitchFamily="34" charset="0"/>
              </a:rPr>
              <a:t>Kick-off</a:t>
            </a:r>
            <a:br>
              <a:rPr lang="en-US" sz="1800">
                <a:solidFill>
                  <a:srgbClr val="000000"/>
                </a:solidFill>
                <a:latin typeface="+mn-lt"/>
                <a:cs typeface="Open Sans" panose="020B0606030504020204" pitchFamily="34" charset="0"/>
              </a:rPr>
            </a:br>
            <a:r>
              <a:rPr lang="en-US" sz="1800">
                <a:solidFill>
                  <a:srgbClr val="000000"/>
                </a:solidFill>
                <a:latin typeface="+mn-lt"/>
                <a:cs typeface="Open Sans" panose="020B0606030504020204" pitchFamily="34" charset="0"/>
              </a:rPr>
              <a:t>January 27, 2022</a:t>
            </a:r>
            <a:endParaRPr lang="en-US" sz="2000">
              <a:solidFill>
                <a:srgbClr val="000000"/>
              </a:solidFill>
              <a:latin typeface="+mn-lt"/>
              <a:cs typeface="Open Sans" panose="020B0606030504020204" pitchFamily="34" charset="0"/>
            </a:endParaRPr>
          </a:p>
        </p:txBody>
      </p:sp>
      <p:pic>
        <p:nvPicPr>
          <p:cNvPr id="8" name="Picture 7">
            <a:extLst>
              <a:ext uri="{FF2B5EF4-FFF2-40B4-BE49-F238E27FC236}">
                <a16:creationId xmlns:a16="http://schemas.microsoft.com/office/drawing/2014/main" id="{C8F56182-85E3-4F89-869A-FDCDBA9E9EC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0694852" y="5659120"/>
            <a:ext cx="1198880" cy="1198880"/>
          </a:xfrm>
          <a:prstGeom prst="rect">
            <a:avLst/>
          </a:prstGeom>
        </p:spPr>
      </p:pic>
      <p:pic>
        <p:nvPicPr>
          <p:cNvPr id="9" name="Picture Placeholder 5" descr="A chocolate chip cookie&#10;&#10;Description automatically generated">
            <a:extLst>
              <a:ext uri="{FF2B5EF4-FFF2-40B4-BE49-F238E27FC236}">
                <a16:creationId xmlns:a16="http://schemas.microsoft.com/office/drawing/2014/main" id="{ABF0CC39-55F4-FB45-9796-1B83E85CD760}"/>
              </a:ext>
            </a:extLst>
          </p:cNvPr>
          <p:cNvPicPr>
            <a:picLocks noGrp="1" noChangeAspect="1"/>
          </p:cNvPicPr>
          <p:nvPr>
            <p:ph type="pic" sz="quarter" idx="11"/>
          </p:nvPr>
        </p:nvPicPr>
        <p:blipFill>
          <a:blip r:embed="rId3"/>
          <a:srcRect l="15" r="15"/>
          <a:stretch>
            <a:fillRect/>
          </a:stretch>
        </p:blipFill>
        <p:spPr>
          <a:xfrm>
            <a:off x="3913922" y="988855"/>
            <a:ext cx="4216112" cy="4047572"/>
          </a:xfrm>
        </p:spPr>
      </p:pic>
    </p:spTree>
    <p:extLst>
      <p:ext uri="{BB962C8B-B14F-4D97-AF65-F5344CB8AC3E}">
        <p14:creationId xmlns:p14="http://schemas.microsoft.com/office/powerpoint/2010/main" val="10130698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br>
              <a:rPr lang="en-US"/>
            </a:br>
            <a:br>
              <a:rPr lang="en-US"/>
            </a:br>
            <a:br>
              <a:rPr lang="en-US"/>
            </a:br>
            <a:r>
              <a:rPr lang="en-US"/>
              <a:t>                                                             </a:t>
            </a:r>
            <a:r>
              <a:rPr lang="en-US" sz="4000">
                <a:solidFill>
                  <a:srgbClr val="86BC25"/>
                </a:solidFill>
                <a:cs typeface="Calibri Light"/>
              </a:rPr>
              <a:t>WARNING!</a:t>
            </a:r>
            <a:br>
              <a:rPr lang="en-US" sz="4000">
                <a:solidFill>
                  <a:srgbClr val="86BC25"/>
                </a:solidFill>
                <a:cs typeface="Calibri Light"/>
              </a:rPr>
            </a:br>
            <a:br>
              <a:rPr lang="en-US" sz="4000">
                <a:solidFill>
                  <a:srgbClr val="86BC25"/>
                </a:solidFill>
                <a:cs typeface="Calibri Light"/>
              </a:rPr>
            </a:br>
            <a:r>
              <a:rPr lang="en-US" sz="4000">
                <a:solidFill>
                  <a:srgbClr val="86BC25"/>
                </a:solidFill>
                <a:cs typeface="Calibri Light"/>
              </a:rPr>
              <a:t>                 </a:t>
            </a:r>
            <a:r>
              <a:rPr lang="en-US" sz="3600" b="1">
                <a:solidFill>
                  <a:srgbClr val="86BC25"/>
                </a:solidFill>
                <a:cs typeface="Calibri Light"/>
              </a:rPr>
              <a:t>If you have no products with Cookies, </a:t>
            </a:r>
            <a:br>
              <a:rPr lang="en-US" sz="3600" b="1">
                <a:solidFill>
                  <a:srgbClr val="86BC25"/>
                </a:solidFill>
                <a:cs typeface="Calibri Light"/>
              </a:rPr>
            </a:br>
            <a:r>
              <a:rPr lang="en-US" sz="3600" b="1">
                <a:solidFill>
                  <a:srgbClr val="86BC25"/>
                </a:solidFill>
                <a:cs typeface="Calibri Light"/>
              </a:rPr>
              <a:t>                      you do not need to be on this call</a:t>
            </a:r>
            <a:endParaRPr lang="en-US" sz="4000"/>
          </a:p>
        </p:txBody>
      </p:sp>
    </p:spTree>
    <p:extLst>
      <p:ext uri="{BB962C8B-B14F-4D97-AF65-F5344CB8AC3E}">
        <p14:creationId xmlns:p14="http://schemas.microsoft.com/office/powerpoint/2010/main" val="230763111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Agenda</a:t>
            </a:r>
            <a:endParaRPr lang="en-US"/>
          </a:p>
        </p:txBody>
      </p:sp>
      <p:sp>
        <p:nvSpPr>
          <p:cNvPr id="50" name="Rectangle 49">
            <a:extLst>
              <a:ext uri="{FF2B5EF4-FFF2-40B4-BE49-F238E27FC236}">
                <a16:creationId xmlns:a16="http://schemas.microsoft.com/office/drawing/2014/main" id="{14ED41A0-AA49-4D1E-828F-6F4EEF184AAB}"/>
              </a:ext>
            </a:extLst>
          </p:cNvPr>
          <p:cNvSpPr/>
          <p:nvPr/>
        </p:nvSpPr>
        <p:spPr>
          <a:xfrm>
            <a:off x="469900" y="949311"/>
            <a:ext cx="6768260" cy="5293757"/>
          </a:xfrm>
          <a:prstGeom prst="rect">
            <a:avLst/>
          </a:prstGeom>
        </p:spPr>
        <p:txBody>
          <a:bodyPr wrap="square">
            <a:spAutoFit/>
          </a:bodyPr>
          <a:lstStyle/>
          <a:p>
            <a:pPr marL="285750" lvl="2" indent="-285750">
              <a:spcAft>
                <a:spcPts val="600"/>
              </a:spcAft>
              <a:buFont typeface="Wingdings" panose="05000000000000000000" pitchFamily="2" charset="2"/>
              <a:buChar char="Ø"/>
              <a:defRPr/>
            </a:pPr>
            <a:r>
              <a:rPr lang="en-US" b="1">
                <a:solidFill>
                  <a:srgbClr val="000000"/>
                </a:solidFill>
              </a:rPr>
              <a:t>Why this session? </a:t>
            </a:r>
          </a:p>
          <a:p>
            <a:pPr marL="742950" lvl="3" indent="-285750">
              <a:spcAft>
                <a:spcPts val="600"/>
              </a:spcAft>
              <a:buFont typeface="Wingdings" panose="05000000000000000000" pitchFamily="2" charset="2"/>
              <a:buChar char="Ø"/>
              <a:defRPr/>
            </a:pPr>
            <a:r>
              <a:rPr lang="en-US" sz="1400" b="1">
                <a:solidFill>
                  <a:srgbClr val="000000"/>
                </a:solidFill>
              </a:rPr>
              <a:t>Stream of Cross-Functional Projects (Planned or Unplanned)</a:t>
            </a:r>
          </a:p>
          <a:p>
            <a:pPr marL="742950" lvl="3" indent="-285750">
              <a:spcAft>
                <a:spcPts val="600"/>
              </a:spcAft>
              <a:buFont typeface="Wingdings" panose="05000000000000000000" pitchFamily="2" charset="2"/>
              <a:buChar char="Ø"/>
              <a:defRPr/>
            </a:pPr>
            <a:r>
              <a:rPr lang="en-US" sz="1400" b="1">
                <a:solidFill>
                  <a:srgbClr val="000000"/>
                </a:solidFill>
              </a:rPr>
              <a:t>Organizational alignment</a:t>
            </a:r>
          </a:p>
          <a:p>
            <a:pPr marL="742950" lvl="3" indent="-285750">
              <a:spcAft>
                <a:spcPts val="600"/>
              </a:spcAft>
              <a:buFont typeface="Wingdings" panose="05000000000000000000" pitchFamily="2" charset="2"/>
              <a:buChar char="Ø"/>
              <a:defRPr/>
            </a:pPr>
            <a:r>
              <a:rPr lang="en-US" sz="1400" b="1">
                <a:solidFill>
                  <a:srgbClr val="000000"/>
                </a:solidFill>
              </a:rPr>
              <a:t>Increase where possible advanced notice of projects and expectations</a:t>
            </a:r>
          </a:p>
          <a:p>
            <a:pPr marL="742950" lvl="3" indent="-285750">
              <a:spcAft>
                <a:spcPts val="600"/>
              </a:spcAft>
              <a:buFont typeface="Wingdings" panose="05000000000000000000" pitchFamily="2" charset="2"/>
              <a:buChar char="Ø"/>
              <a:defRPr/>
            </a:pPr>
            <a:r>
              <a:rPr lang="en-US" sz="1400" b="1">
                <a:solidFill>
                  <a:srgbClr val="000000"/>
                </a:solidFill>
              </a:rPr>
              <a:t>More efficient; PI planning, Sprint planning, resource management and budgeting </a:t>
            </a:r>
          </a:p>
          <a:p>
            <a:pPr marL="0" lvl="2">
              <a:spcAft>
                <a:spcPts val="600"/>
              </a:spcAft>
              <a:defRPr/>
            </a:pPr>
            <a:endParaRPr lang="en-US" b="1">
              <a:solidFill>
                <a:srgbClr val="000000"/>
              </a:solidFill>
            </a:endParaRPr>
          </a:p>
          <a:p>
            <a:pPr marL="285750" lvl="2" indent="-285750">
              <a:spcAft>
                <a:spcPts val="600"/>
              </a:spcAft>
              <a:buFont typeface="Wingdings" panose="05000000000000000000" pitchFamily="2" charset="2"/>
              <a:buChar char="Ø"/>
              <a:defRPr/>
            </a:pPr>
            <a:r>
              <a:rPr lang="en-US" b="1">
                <a:solidFill>
                  <a:srgbClr val="000000"/>
                </a:solidFill>
              </a:rPr>
              <a:t>Cookie consent program overview and Approach</a:t>
            </a:r>
          </a:p>
          <a:p>
            <a:pPr marL="0" lvl="2">
              <a:spcAft>
                <a:spcPts val="600"/>
              </a:spcAft>
              <a:defRPr/>
            </a:pPr>
            <a:endParaRPr lang="en-US" b="1">
              <a:solidFill>
                <a:srgbClr val="000000"/>
              </a:solidFill>
            </a:endParaRPr>
          </a:p>
          <a:p>
            <a:pPr marL="285750" lvl="2" indent="-285750">
              <a:spcAft>
                <a:spcPts val="600"/>
              </a:spcAft>
              <a:buFont typeface="Wingdings" panose="05000000000000000000" pitchFamily="2" charset="2"/>
              <a:buChar char="Ø"/>
              <a:defRPr/>
            </a:pPr>
            <a:r>
              <a:rPr lang="en-US" b="1">
                <a:solidFill>
                  <a:srgbClr val="000000"/>
                </a:solidFill>
              </a:rPr>
              <a:t>Meet the Teams</a:t>
            </a:r>
          </a:p>
          <a:p>
            <a:pPr marL="0" lvl="2">
              <a:spcAft>
                <a:spcPts val="600"/>
              </a:spcAft>
              <a:defRPr/>
            </a:pPr>
            <a:endParaRPr lang="en-US" b="1">
              <a:solidFill>
                <a:srgbClr val="000000"/>
              </a:solidFill>
            </a:endParaRPr>
          </a:p>
          <a:p>
            <a:pPr marL="285750" lvl="2" indent="-285750">
              <a:spcAft>
                <a:spcPts val="600"/>
              </a:spcAft>
              <a:buFont typeface="Wingdings" panose="05000000000000000000" pitchFamily="2" charset="2"/>
              <a:buChar char="Ø"/>
              <a:defRPr/>
            </a:pPr>
            <a:r>
              <a:rPr lang="en-US" b="1">
                <a:solidFill>
                  <a:srgbClr val="000000"/>
                </a:solidFill>
              </a:rPr>
              <a:t>Onboarding and Remediation</a:t>
            </a:r>
          </a:p>
          <a:p>
            <a:pPr marL="0" lvl="2">
              <a:spcAft>
                <a:spcPts val="600"/>
              </a:spcAft>
              <a:defRPr/>
            </a:pPr>
            <a:endParaRPr lang="en-US" b="1">
              <a:solidFill>
                <a:srgbClr val="000000"/>
              </a:solidFill>
            </a:endParaRPr>
          </a:p>
          <a:p>
            <a:pPr marL="285750" lvl="2" indent="-285750">
              <a:spcAft>
                <a:spcPts val="600"/>
              </a:spcAft>
              <a:buFont typeface="Wingdings" panose="05000000000000000000" pitchFamily="2" charset="2"/>
              <a:buChar char="Ø"/>
              <a:defRPr/>
            </a:pPr>
            <a:r>
              <a:rPr lang="en-US" b="1">
                <a:solidFill>
                  <a:srgbClr val="000000"/>
                </a:solidFill>
              </a:rPr>
              <a:t>Timing and Project Management</a:t>
            </a:r>
          </a:p>
          <a:p>
            <a:pPr marL="0" lvl="2">
              <a:spcAft>
                <a:spcPts val="600"/>
              </a:spcAft>
              <a:defRPr/>
            </a:pPr>
            <a:endParaRPr lang="en-US" b="1">
              <a:solidFill>
                <a:srgbClr val="000000"/>
              </a:solidFill>
            </a:endParaRPr>
          </a:p>
          <a:p>
            <a:pPr marL="285750" lvl="2" indent="-285750">
              <a:spcAft>
                <a:spcPts val="600"/>
              </a:spcAft>
              <a:buFont typeface="Wingdings" panose="05000000000000000000" pitchFamily="2" charset="2"/>
              <a:buChar char="Ø"/>
              <a:defRPr/>
            </a:pPr>
            <a:r>
              <a:rPr lang="en-US" b="1">
                <a:solidFill>
                  <a:srgbClr val="000000"/>
                </a:solidFill>
              </a:rPr>
              <a:t>Q &amp; A</a:t>
            </a:r>
          </a:p>
        </p:txBody>
      </p:sp>
    </p:spTree>
    <p:extLst>
      <p:ext uri="{BB962C8B-B14F-4D97-AF65-F5344CB8AC3E}">
        <p14:creationId xmlns:p14="http://schemas.microsoft.com/office/powerpoint/2010/main" val="173766550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Open Sans"/>
                <a:cs typeface="Open Sans"/>
              </a:rPr>
              <a:t>Cookies Consent Overview and Approach</a:t>
            </a:r>
          </a:p>
        </p:txBody>
      </p:sp>
    </p:spTree>
    <p:extLst>
      <p:ext uri="{BB962C8B-B14F-4D97-AF65-F5344CB8AC3E}">
        <p14:creationId xmlns:p14="http://schemas.microsoft.com/office/powerpoint/2010/main" val="20976855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Introduction</a:t>
            </a:r>
            <a:endParaRPr lang="en-US"/>
          </a:p>
        </p:txBody>
      </p:sp>
      <p:sp>
        <p:nvSpPr>
          <p:cNvPr id="4" name="Rectangle 3">
            <a:extLst>
              <a:ext uri="{FF2B5EF4-FFF2-40B4-BE49-F238E27FC236}">
                <a16:creationId xmlns:a16="http://schemas.microsoft.com/office/drawing/2014/main" id="{B3D3E2D0-1680-445D-A0A1-87DDDFEC9A2D}"/>
              </a:ext>
            </a:extLst>
          </p:cNvPr>
          <p:cNvSpPr/>
          <p:nvPr/>
        </p:nvSpPr>
        <p:spPr>
          <a:xfrm>
            <a:off x="5153891" y="1565763"/>
            <a:ext cx="6768260" cy="1553117"/>
          </a:xfrm>
          <a:prstGeom prst="rect">
            <a:avLst/>
          </a:prstGeom>
        </p:spPr>
        <p:txBody>
          <a:bodyPr wrap="square">
            <a:spAutoFit/>
          </a:bodyPr>
          <a:lstStyle/>
          <a:p>
            <a:pPr marL="0" lvl="2">
              <a:spcAft>
                <a:spcPts val="600"/>
              </a:spcAft>
              <a:defRPr/>
            </a:pPr>
            <a:r>
              <a:rPr lang="en-US" b="1">
                <a:solidFill>
                  <a:srgbClr val="000000"/>
                </a:solidFill>
              </a:rPr>
              <a:t>What are cookies?</a:t>
            </a:r>
          </a:p>
          <a:p>
            <a:pPr marL="0" lvl="2">
              <a:lnSpc>
                <a:spcPct val="114000"/>
              </a:lnSpc>
              <a:defRPr/>
            </a:pPr>
            <a:r>
              <a:rPr lang="en-US" sz="1600">
                <a:solidFill>
                  <a:srgbClr val="000000"/>
                </a:solidFill>
              </a:rPr>
              <a:t>A cookie is a small text file placed on a user's device by the websites that the user visits. Cookies are then sent back to the website on each subsequent visit, or to another webpage that recognizes that cookie or other similar web tracking technologies (such as web beacons, tags, scripts, local storage).</a:t>
            </a:r>
            <a:endParaRPr lang="en-US" sz="1200" b="1">
              <a:solidFill>
                <a:srgbClr val="000000"/>
              </a:solidFill>
              <a:highlight>
                <a:srgbClr val="FFFF00"/>
              </a:highlight>
            </a:endParaRPr>
          </a:p>
        </p:txBody>
      </p:sp>
      <p:sp>
        <p:nvSpPr>
          <p:cNvPr id="5" name="Rectangle 4">
            <a:extLst>
              <a:ext uri="{FF2B5EF4-FFF2-40B4-BE49-F238E27FC236}">
                <a16:creationId xmlns:a16="http://schemas.microsoft.com/office/drawing/2014/main" id="{BA676592-35BE-4667-8623-B21B5F22A42E}"/>
              </a:ext>
            </a:extLst>
          </p:cNvPr>
          <p:cNvSpPr/>
          <p:nvPr/>
        </p:nvSpPr>
        <p:spPr>
          <a:xfrm>
            <a:off x="5153891" y="3339875"/>
            <a:ext cx="6768260" cy="2114553"/>
          </a:xfrm>
          <a:prstGeom prst="rect">
            <a:avLst/>
          </a:prstGeom>
        </p:spPr>
        <p:txBody>
          <a:bodyPr wrap="square">
            <a:spAutoFit/>
          </a:bodyPr>
          <a:lstStyle/>
          <a:p>
            <a:pPr marL="0" lvl="2">
              <a:spcBef>
                <a:spcPts val="600"/>
              </a:spcBef>
              <a:spcAft>
                <a:spcPts val="600"/>
              </a:spcAft>
              <a:defRPr/>
            </a:pPr>
            <a:r>
              <a:rPr lang="en-US" b="1">
                <a:solidFill>
                  <a:srgbClr val="000000"/>
                </a:solidFill>
              </a:rPr>
              <a:t>Why am I seeing a notification about cookies on every website I visit?</a:t>
            </a:r>
          </a:p>
          <a:p>
            <a:pPr marL="0" lvl="1">
              <a:lnSpc>
                <a:spcPct val="114000"/>
              </a:lnSpc>
              <a:defRPr/>
            </a:pPr>
            <a:r>
              <a:rPr lang="en-US" sz="1600">
                <a:solidFill>
                  <a:srgbClr val="000000"/>
                </a:solidFill>
                <a:ea typeface="+mn-lt"/>
                <a:cs typeface="+mn-lt"/>
              </a:rPr>
              <a:t>Many jurisdictions around the world have established a higher standard for providing notice and obtaining applicable consent from individuals prior to placing cookies and other similar web tracking technologies (e.g., web beacons, tags, scripts, local storage) on their devices.</a:t>
            </a:r>
            <a:r>
              <a:rPr lang="en-US" sz="1600">
                <a:solidFill>
                  <a:srgbClr val="000000"/>
                </a:solidFill>
              </a:rPr>
              <a:t> </a:t>
            </a:r>
            <a:r>
              <a:rPr lang="en-US" sz="1600" b="1">
                <a:solidFill>
                  <a:srgbClr val="000000"/>
                </a:solidFill>
              </a:rPr>
              <a:t>Applications must be compliant with these regulations or risk fines resulting in damage to brand and reputation. </a:t>
            </a:r>
            <a:endParaRPr lang="en-US" sz="1400" b="1">
              <a:solidFill>
                <a:srgbClr val="000000"/>
              </a:solidFill>
              <a:ea typeface="Verdana"/>
            </a:endParaRPr>
          </a:p>
        </p:txBody>
      </p:sp>
      <p:pic>
        <p:nvPicPr>
          <p:cNvPr id="6" name="Picture 5">
            <a:extLst>
              <a:ext uri="{FF2B5EF4-FFF2-40B4-BE49-F238E27FC236}">
                <a16:creationId xmlns:a16="http://schemas.microsoft.com/office/drawing/2014/main" id="{73338E52-1F88-4A5C-B85D-AB32D1415454}"/>
              </a:ext>
            </a:extLst>
          </p:cNvPr>
          <p:cNvPicPr>
            <a:picLocks noChangeAspect="1"/>
          </p:cNvPicPr>
          <p:nvPr/>
        </p:nvPicPr>
        <p:blipFill>
          <a:blip r:embed="rId2"/>
          <a:stretch>
            <a:fillRect/>
          </a:stretch>
        </p:blipFill>
        <p:spPr>
          <a:xfrm>
            <a:off x="506031" y="1645939"/>
            <a:ext cx="4272388" cy="3214090"/>
          </a:xfrm>
          <a:prstGeom prst="rect">
            <a:avLst/>
          </a:prstGeom>
          <a:ln>
            <a:solidFill>
              <a:schemeClr val="bg2"/>
            </a:solidFill>
          </a:ln>
        </p:spPr>
      </p:pic>
      <p:sp>
        <p:nvSpPr>
          <p:cNvPr id="7" name="TextBox 6">
            <a:extLst>
              <a:ext uri="{FF2B5EF4-FFF2-40B4-BE49-F238E27FC236}">
                <a16:creationId xmlns:a16="http://schemas.microsoft.com/office/drawing/2014/main" id="{3F24243D-8DBE-4F58-8AB9-5B8D9A0CCA73}"/>
              </a:ext>
            </a:extLst>
          </p:cNvPr>
          <p:cNvSpPr txBox="1"/>
          <p:nvPr/>
        </p:nvSpPr>
        <p:spPr>
          <a:xfrm>
            <a:off x="575676" y="5023541"/>
            <a:ext cx="2807604" cy="338554"/>
          </a:xfrm>
          <a:prstGeom prst="rect">
            <a:avLst/>
          </a:prstGeom>
          <a:noFill/>
        </p:spPr>
        <p:txBody>
          <a:bodyPr wrap="square" lIns="0" tIns="0" rIns="0" bIns="0" rtlCol="0">
            <a:spAutoFit/>
          </a:bodyPr>
          <a:lstStyle/>
          <a:p>
            <a:pPr>
              <a:spcBef>
                <a:spcPts val="600"/>
              </a:spcBef>
              <a:buSzPct val="100000"/>
            </a:pPr>
            <a:r>
              <a:rPr lang="en-US" sz="1100">
                <a:solidFill>
                  <a:srgbClr val="313131"/>
                </a:solidFill>
              </a:rPr>
              <a:t>Image sourced from </a:t>
            </a:r>
            <a:r>
              <a:rPr lang="en-US" sz="1100">
                <a:solidFill>
                  <a:srgbClr val="313131"/>
                </a:solidFill>
                <a:hlinkClick r:id="rId3"/>
              </a:rPr>
              <a:t>Deloitte.com global </a:t>
            </a:r>
            <a:r>
              <a:rPr lang="en-US" sz="1100">
                <a:solidFill>
                  <a:srgbClr val="313131"/>
                </a:solidFill>
              </a:rPr>
              <a:t>site; exact wording will vary across member firms.</a:t>
            </a:r>
          </a:p>
        </p:txBody>
      </p:sp>
    </p:spTree>
    <p:extLst>
      <p:ext uri="{BB962C8B-B14F-4D97-AF65-F5344CB8AC3E}">
        <p14:creationId xmlns:p14="http://schemas.microsoft.com/office/powerpoint/2010/main" val="270995938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Overview</a:t>
            </a:r>
            <a:endParaRPr lang="en-US"/>
          </a:p>
        </p:txBody>
      </p:sp>
      <p:sp>
        <p:nvSpPr>
          <p:cNvPr id="10" name="Text Placeholder 3">
            <a:extLst>
              <a:ext uri="{FF2B5EF4-FFF2-40B4-BE49-F238E27FC236}">
                <a16:creationId xmlns:a16="http://schemas.microsoft.com/office/drawing/2014/main" id="{111BE65F-F404-45EF-AF21-5BD06D03A619}"/>
              </a:ext>
            </a:extLst>
          </p:cNvPr>
          <p:cNvSpPr txBox="1">
            <a:spLocks/>
          </p:cNvSpPr>
          <p:nvPr/>
        </p:nvSpPr>
        <p:spPr>
          <a:xfrm>
            <a:off x="476273" y="3777923"/>
            <a:ext cx="11245828" cy="637544"/>
          </a:xfrm>
          <a:prstGeom prst="rect">
            <a:avLst/>
          </a:prstGeom>
        </p:spPr>
        <p:txBody>
          <a:bodyPr wrap="square" lIns="0" tIns="0" rIns="0" bIns="0">
            <a:noAutofit/>
          </a:bodyPr>
          <a:lst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endParaRPr lang="en-US" sz="160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Rectangle 10">
            <a:extLst>
              <a:ext uri="{FF2B5EF4-FFF2-40B4-BE49-F238E27FC236}">
                <a16:creationId xmlns:a16="http://schemas.microsoft.com/office/drawing/2014/main" id="{3E3D09F7-58A9-44CD-BE94-A15CADC891E1}"/>
              </a:ext>
            </a:extLst>
          </p:cNvPr>
          <p:cNvSpPr/>
          <p:nvPr/>
        </p:nvSpPr>
        <p:spPr>
          <a:xfrm>
            <a:off x="431320" y="940014"/>
            <a:ext cx="11388999" cy="4508927"/>
          </a:xfrm>
          <a:prstGeom prst="rect">
            <a:avLst/>
          </a:prstGeom>
        </p:spPr>
        <p:txBody>
          <a:bodyPr wrap="square" anchor="t">
            <a:spAutoFit/>
          </a:bodyPr>
          <a:lstStyle/>
          <a:p>
            <a:pPr marL="118745" algn="just" defTabSz="1219170">
              <a:spcBef>
                <a:spcPts val="600"/>
              </a:spcBef>
            </a:pPr>
            <a:r>
              <a:rPr lang="en-US">
                <a:latin typeface="+mj-lt"/>
                <a:ea typeface="Open Sans" panose="020B0606030504020204" pitchFamily="34" charset="0"/>
                <a:cs typeface="Open Sans" panose="020B0606030504020204" pitchFamily="34" charset="0"/>
              </a:rPr>
              <a:t>Many jurisdictions around the world have established a higher standard for </a:t>
            </a:r>
            <a:r>
              <a:rPr lang="en-US" b="1">
                <a:latin typeface="+mj-lt"/>
                <a:ea typeface="Open Sans" panose="020B0606030504020204" pitchFamily="34" charset="0"/>
                <a:cs typeface="Open Sans" panose="020B0606030504020204" pitchFamily="34" charset="0"/>
              </a:rPr>
              <a:t>providing notice and obtaining consent from individuals prior </a:t>
            </a:r>
            <a:r>
              <a:rPr lang="en-US">
                <a:latin typeface="+mj-lt"/>
                <a:ea typeface="Open Sans" panose="020B0606030504020204" pitchFamily="34" charset="0"/>
                <a:cs typeface="Open Sans" panose="020B0606030504020204" pitchFamily="34" charset="0"/>
              </a:rPr>
              <a:t>to placing cookies and other similar web tracking technologies (e.g., web beacons, tags, scripts, local storage) on their devices. </a:t>
            </a:r>
          </a:p>
          <a:p>
            <a:pPr marL="118745" defTabSz="1219170">
              <a:spcBef>
                <a:spcPts val="600"/>
              </a:spcBef>
            </a:pPr>
            <a:endParaRPr lang="en-US">
              <a:latin typeface="+mj-lt"/>
              <a:ea typeface="Open Sans" panose="020B0606030504020204" pitchFamily="34" charset="0"/>
              <a:cs typeface="Open Sans" panose="020B0606030504020204" pitchFamily="34" charset="0"/>
            </a:endParaRPr>
          </a:p>
          <a:p>
            <a:pPr marL="118745" defTabSz="1219170">
              <a:spcBef>
                <a:spcPts val="600"/>
              </a:spcBef>
            </a:pPr>
            <a:r>
              <a:rPr lang="en-US" b="1">
                <a:solidFill>
                  <a:srgbClr val="86BC25"/>
                </a:solidFill>
                <a:latin typeface="+mj-lt"/>
                <a:ea typeface="Open Sans" panose="020B0606030504020204" pitchFamily="34" charset="0"/>
                <a:cs typeface="Open Sans" panose="020B0606030504020204" pitchFamily="34" charset="0"/>
              </a:rPr>
              <a:t>Compliance requirements for cookies set forth in various regulations:</a:t>
            </a:r>
            <a:endParaRPr kumimoji="0" lang="en-US" b="1" i="0" u="none" strike="noStrike" kern="1200" cap="none" spc="0" normalizeH="0" baseline="0" noProof="0">
              <a:ln>
                <a:noFill/>
              </a:ln>
              <a:solidFill>
                <a:srgbClr val="86BC25"/>
              </a:solidFill>
              <a:effectLst/>
              <a:uLnTx/>
              <a:uFillTx/>
              <a:latin typeface="+mj-lt"/>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prstClr val="black">
                  <a:lumMod val="65000"/>
                  <a:lumOff val="35000"/>
                </a:prstClr>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srgbClr val="DA291C"/>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srgbClr val="DA291C"/>
              </a:solidFill>
              <a:latin typeface="Open Sans" panose="020B0606030504020204" pitchFamily="34" charset="0"/>
              <a:ea typeface="Open Sans" panose="020B0606030504020204" pitchFamily="34" charset="0"/>
              <a:cs typeface="Open Sans" panose="020B0606030504020204" pitchFamily="34" charset="0"/>
            </a:endParaRPr>
          </a:p>
          <a:p>
            <a:pPr marL="118745" defTabSz="1219170">
              <a:spcBef>
                <a:spcPts val="600"/>
              </a:spcBef>
            </a:pPr>
            <a:endParaRPr lang="en-US" sz="1600">
              <a:solidFill>
                <a:srgbClr val="DA291C"/>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Placeholder 3">
            <a:extLst>
              <a:ext uri="{FF2B5EF4-FFF2-40B4-BE49-F238E27FC236}">
                <a16:creationId xmlns:a16="http://schemas.microsoft.com/office/drawing/2014/main" id="{2CC2C32B-7F7E-481E-ABDD-973143B7CEE9}"/>
              </a:ext>
            </a:extLst>
          </p:cNvPr>
          <p:cNvSpPr txBox="1">
            <a:spLocks/>
          </p:cNvSpPr>
          <p:nvPr/>
        </p:nvSpPr>
        <p:spPr bwMode="gray">
          <a:xfrm>
            <a:off x="484287" y="2809909"/>
            <a:ext cx="11261856" cy="2202869"/>
          </a:xfrm>
          <a:prstGeom prst="rect">
            <a:avLst/>
          </a:prstGeom>
          <a:ln w="12700">
            <a:solidFill>
              <a:schemeClr val="accent1"/>
            </a:solidFill>
          </a:ln>
        </p:spPr>
        <p:txBody>
          <a:bodyPr vert="horz" lIns="91440" tIns="91440" rIns="0" bIns="0" numCol="2" spcCol="640080" rtlCol="0" anchor="ctr" anchorCtr="0">
            <a:noAutofit/>
          </a:bodyPr>
          <a:lstStyle/>
          <a:p>
            <a:pPr marL="228600" lvl="1" indent="-228600">
              <a:spcAft>
                <a:spcPts val="1200"/>
              </a:spcAft>
              <a:buSzPct val="100000"/>
              <a:buFont typeface="Arial" panose="020B0604020202020204" pitchFamily="34" charset="0"/>
              <a:buChar char="•"/>
              <a:defRPr/>
            </a:pPr>
            <a:endPar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lvl="1" indent="-228600">
              <a:spcAft>
                <a:spcPts val="1200"/>
              </a:spcAft>
              <a:buSzPct val="100000"/>
              <a:buFont typeface="Arial" panose="020B0604020202020204" pitchFamily="34" charset="0"/>
              <a:buChar char="•"/>
              <a:defRPr/>
            </a:pPr>
            <a:r>
              <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General Data Protection Regulation (GDPR) </a:t>
            </a:r>
          </a:p>
          <a:p>
            <a:pPr marL="228600" lvl="1" indent="-228600">
              <a:spcAft>
                <a:spcPts val="1200"/>
              </a:spcAft>
              <a:buSzPct val="100000"/>
              <a:buFont typeface="Arial" panose="020B0604020202020204" pitchFamily="34" charset="0"/>
              <a:buChar char="•"/>
              <a:defRPr/>
            </a:pPr>
            <a:r>
              <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European E-Privacy Directive Article 5 (3) </a:t>
            </a:r>
          </a:p>
          <a:p>
            <a:pPr marL="228600" lvl="1" indent="-228600">
              <a:spcAft>
                <a:spcPts val="1200"/>
              </a:spcAft>
              <a:buSzPct val="100000"/>
              <a:buFont typeface="Arial" panose="020B0604020202020204" pitchFamily="34" charset="0"/>
              <a:buChar char="•"/>
              <a:defRPr/>
            </a:pPr>
            <a:r>
              <a:rPr lang="en-US" sz="1400">
                <a:solidFill>
                  <a:srgbClr val="000000"/>
                </a:solidFill>
                <a:latin typeface="Open Sans" panose="020B0606030504020204" pitchFamily="34" charset="0"/>
                <a:ea typeface="Open Sans" panose="020B0606030504020204" pitchFamily="34" charset="0"/>
                <a:cs typeface="Open Sans" panose="020B0606030504020204" pitchFamily="34" charset="0"/>
              </a:rPr>
              <a:t>France 2019 Guidelines relating to Article 82 of the French Data Protection Act which requires organizations to obtain consent before placing cookies on users’ devices</a:t>
            </a:r>
          </a:p>
          <a:p>
            <a:pPr marL="228600" lvl="1" indent="-228600">
              <a:spcAft>
                <a:spcPts val="1200"/>
              </a:spcAft>
              <a:buSzPct val="100000"/>
              <a:buFont typeface="Arial" panose="020B0604020202020204" pitchFamily="34" charset="0"/>
              <a:buChar char="•"/>
              <a:defRPr/>
            </a:pPr>
            <a:endPar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228600" lvl="1" indent="-228600">
              <a:spcAft>
                <a:spcPts val="1200"/>
              </a:spcAft>
              <a:buSzPct val="100000"/>
              <a:buFont typeface="Arial" panose="020B0604020202020204" pitchFamily="34" charset="0"/>
              <a:buChar char="•"/>
              <a:defRPr/>
            </a:pPr>
            <a:endParaRPr lang="en-US" sz="140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228600" lvl="1" indent="-228600">
              <a:spcAft>
                <a:spcPts val="1200"/>
              </a:spcAft>
              <a:buSzPct val="100000"/>
              <a:buFont typeface="Arial" panose="020B0604020202020204" pitchFamily="34" charset="0"/>
              <a:buChar char="•"/>
              <a:defRPr/>
            </a:pPr>
            <a:r>
              <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UK Privacy and Electronic Communications Regulations (PECR)</a:t>
            </a:r>
          </a:p>
          <a:p>
            <a:pPr marL="228600" lvl="1" indent="-228600">
              <a:spcAft>
                <a:spcPts val="1200"/>
              </a:spcAft>
              <a:buSzPct val="100000"/>
              <a:buFont typeface="Arial" panose="020B0604020202020204" pitchFamily="34" charset="0"/>
              <a:buChar char="•"/>
              <a:defRPr/>
            </a:pPr>
            <a:r>
              <a:rPr lang="en-US" sz="1400">
                <a:solidFill>
                  <a:srgbClr val="000000"/>
                </a:solidFill>
                <a:latin typeface="Open Sans" panose="020B0606030504020204" pitchFamily="34" charset="0"/>
                <a:ea typeface="Open Sans" panose="020B0606030504020204" pitchFamily="34" charset="0"/>
                <a:cs typeface="Open Sans" panose="020B0606030504020204" pitchFamily="34" charset="0"/>
              </a:rPr>
              <a:t>As of October 1, 2019, the European Court of Justice (CJEU) ruled in the ‘Planet 49’ landmark case that users must affirmatively ‘</a:t>
            </a:r>
            <a:r>
              <a:rPr lang="en-US" sz="1400" b="1">
                <a:solidFill>
                  <a:srgbClr val="000000"/>
                </a:solidFill>
                <a:latin typeface="Open Sans" panose="020B0606030504020204" pitchFamily="34" charset="0"/>
                <a:ea typeface="Open Sans" panose="020B0606030504020204" pitchFamily="34" charset="0"/>
                <a:cs typeface="Open Sans" panose="020B0606030504020204" pitchFamily="34" charset="0"/>
              </a:rPr>
              <a:t>Opt-in</a:t>
            </a:r>
            <a:r>
              <a:rPr lang="en-US" sz="1400">
                <a:solidFill>
                  <a:srgbClr val="000000"/>
                </a:solidFill>
                <a:latin typeface="Open Sans" panose="020B0606030504020204" pitchFamily="34" charset="0"/>
                <a:ea typeface="Open Sans" panose="020B0606030504020204" pitchFamily="34" charset="0"/>
                <a:cs typeface="Open Sans" panose="020B0606030504020204" pitchFamily="34" charset="0"/>
              </a:rPr>
              <a:t>’ to cookies before they are placed</a:t>
            </a:r>
            <a:endParaRPr kumimoji="0" lang="en-US" sz="14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3" name="TextBox 12">
            <a:extLst>
              <a:ext uri="{FF2B5EF4-FFF2-40B4-BE49-F238E27FC236}">
                <a16:creationId xmlns:a16="http://schemas.microsoft.com/office/drawing/2014/main" id="{3B8B1A42-4662-4A05-BE0E-7FCA54DAD518}"/>
              </a:ext>
            </a:extLst>
          </p:cNvPr>
          <p:cNvSpPr txBox="1"/>
          <p:nvPr/>
        </p:nvSpPr>
        <p:spPr>
          <a:xfrm>
            <a:off x="476273" y="5360238"/>
            <a:ext cx="11269870" cy="338554"/>
          </a:xfrm>
          <a:prstGeom prst="rect">
            <a:avLst/>
          </a:prstGeom>
          <a:solidFill>
            <a:schemeClr val="tx1"/>
          </a:solidFill>
        </p:spPr>
        <p:txBody>
          <a:bodyPr wrap="square">
            <a:spAutoFit/>
          </a:bodyPr>
          <a:lstStyle/>
          <a:p>
            <a:pPr marL="118745" algn="ctr" defTabSz="1219170">
              <a:spcBef>
                <a:spcPts val="600"/>
              </a:spcBef>
            </a:pPr>
            <a:r>
              <a:rPr lang="en-US" sz="1600" b="1">
                <a:solidFill>
                  <a:schemeClr val="bg1"/>
                </a:solidFill>
                <a:latin typeface="+mj-lt"/>
                <a:ea typeface="Open Sans" panose="020B0606030504020204" pitchFamily="34" charset="0"/>
                <a:cs typeface="Open Sans" panose="020B0606030504020204" pitchFamily="34" charset="0"/>
              </a:rPr>
              <a:t>Applications must be compliant with these regulations or risk fines resulting in damage to brand and reputation. </a:t>
            </a:r>
          </a:p>
        </p:txBody>
      </p:sp>
    </p:spTree>
    <p:extLst>
      <p:ext uri="{BB962C8B-B14F-4D97-AF65-F5344CB8AC3E}">
        <p14:creationId xmlns:p14="http://schemas.microsoft.com/office/powerpoint/2010/main" val="140641496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What does this mean for the user?</a:t>
            </a:r>
            <a:endParaRPr lang="en-US"/>
          </a:p>
        </p:txBody>
      </p:sp>
      <p:sp>
        <p:nvSpPr>
          <p:cNvPr id="7" name="Freeform 538">
            <a:extLst>
              <a:ext uri="{FF2B5EF4-FFF2-40B4-BE49-F238E27FC236}">
                <a16:creationId xmlns:a16="http://schemas.microsoft.com/office/drawing/2014/main" id="{609ED9D5-7B2F-44AF-A7BF-4BC56B1BCCCD}"/>
              </a:ext>
            </a:extLst>
          </p:cNvPr>
          <p:cNvSpPr>
            <a:spLocks noChangeAspect="1" noEditPoints="1"/>
          </p:cNvSpPr>
          <p:nvPr/>
        </p:nvSpPr>
        <p:spPr bwMode="auto">
          <a:xfrm>
            <a:off x="723171" y="1700926"/>
            <a:ext cx="559800" cy="559800"/>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86BC25"/>
          </a:solidFill>
          <a:ln>
            <a:noFill/>
          </a:ln>
        </p:spPr>
        <p:txBody>
          <a:bodyPr vert="horz" wrap="square" lIns="68580" tIns="34290" rIns="68580" bIns="34290" numCol="1" anchor="t" anchorCtr="0" compatLnSpc="1">
            <a:prstTxWarp prst="textNoShape">
              <a:avLst/>
            </a:prstTxWarp>
          </a:bodyPr>
          <a:lstStyle/>
          <a:p>
            <a:pPr defTabSz="685800">
              <a:defRPr/>
            </a:pPr>
            <a:endParaRPr lang="en-GB" sz="135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Oval 7">
            <a:extLst>
              <a:ext uri="{FF2B5EF4-FFF2-40B4-BE49-F238E27FC236}">
                <a16:creationId xmlns:a16="http://schemas.microsoft.com/office/drawing/2014/main" id="{2CF47496-536B-4047-A265-6B2649D749CE}"/>
              </a:ext>
            </a:extLst>
          </p:cNvPr>
          <p:cNvSpPr/>
          <p:nvPr/>
        </p:nvSpPr>
        <p:spPr bwMode="gray">
          <a:xfrm>
            <a:off x="679145" y="1656899"/>
            <a:ext cx="647852" cy="647852"/>
          </a:xfrm>
          <a:prstGeom prst="ellipse">
            <a:avLst/>
          </a:prstGeom>
          <a:noFill/>
          <a:ln w="22225" algn="ctr">
            <a:solidFill>
              <a:schemeClr val="tx1">
                <a:lumMod val="50000"/>
                <a:lumOff val="50000"/>
              </a:schemeClr>
            </a:solidFill>
            <a:prstDash val="sysDot"/>
            <a:miter lim="800000"/>
            <a:headEnd/>
            <a:tailEnd/>
          </a:ln>
        </p:spPr>
        <p:txBody>
          <a:bodyPr wrap="square" lIns="66675" tIns="66675" rIns="66675" bIns="66675" rtlCol="0" anchor="ctr"/>
          <a:lstStyle/>
          <a:p>
            <a:pPr defTabSz="685800">
              <a:lnSpc>
                <a:spcPct val="106000"/>
              </a:lnSpc>
              <a:defRPr/>
            </a:pPr>
            <a:endPar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ABB7B2BA-C4BB-448C-B92E-ED40AEE6B8C5}"/>
              </a:ext>
            </a:extLst>
          </p:cNvPr>
          <p:cNvSpPr/>
          <p:nvPr/>
        </p:nvSpPr>
        <p:spPr>
          <a:xfrm>
            <a:off x="1308414" y="1661956"/>
            <a:ext cx="3424116" cy="637739"/>
          </a:xfrm>
          <a:prstGeom prst="rect">
            <a:avLst/>
          </a:prstGeom>
        </p:spPr>
        <p:txBody>
          <a:bodyPr wrap="square">
            <a:spAutoFit/>
          </a:bodyPr>
          <a:lstStyle/>
          <a:p>
            <a:pPr marL="118745" lvl="1">
              <a:lnSpc>
                <a:spcPct val="114000"/>
              </a:lnSpc>
              <a:spcBef>
                <a:spcPts val="300"/>
              </a:spcBef>
              <a:spcAft>
                <a:spcPts val="300"/>
              </a:spcAft>
              <a:defRPr/>
            </a:pPr>
            <a:r>
              <a:rPr lang="en-US" sz="1600">
                <a:latin typeface="+mj-lt"/>
                <a:ea typeface="Open Sans" panose="020B0606030504020204" pitchFamily="34" charset="0"/>
                <a:cs typeface="Open Sans" panose="020B0606030504020204" pitchFamily="34" charset="0"/>
              </a:rPr>
              <a:t>Information about the existence of cookies </a:t>
            </a:r>
            <a:r>
              <a:rPr lang="en-US" sz="1600" u="sng">
                <a:latin typeface="+mj-lt"/>
                <a:ea typeface="Open Sans" panose="020B0606030504020204" pitchFamily="34" charset="0"/>
                <a:cs typeface="Open Sans" panose="020B0606030504020204" pitchFamily="34" charset="0"/>
              </a:rPr>
              <a:t>and</a:t>
            </a:r>
            <a:r>
              <a:rPr lang="en-US" sz="1600">
                <a:latin typeface="+mj-lt"/>
                <a:ea typeface="Open Sans" panose="020B0606030504020204" pitchFamily="34" charset="0"/>
                <a:cs typeface="Open Sans" panose="020B0606030504020204" pitchFamily="34" charset="0"/>
              </a:rPr>
              <a:t> </a:t>
            </a:r>
            <a:r>
              <a:rPr lang="en-US" sz="1600" b="1">
                <a:latin typeface="+mj-lt"/>
                <a:ea typeface="Open Sans" panose="020B0606030504020204" pitchFamily="34" charset="0"/>
                <a:cs typeface="Open Sans" panose="020B0606030504020204" pitchFamily="34" charset="0"/>
              </a:rPr>
              <a:t>how they are being used</a:t>
            </a:r>
          </a:p>
        </p:txBody>
      </p:sp>
      <p:sp>
        <p:nvSpPr>
          <p:cNvPr id="14" name="Oval 13">
            <a:extLst>
              <a:ext uri="{FF2B5EF4-FFF2-40B4-BE49-F238E27FC236}">
                <a16:creationId xmlns:a16="http://schemas.microsoft.com/office/drawing/2014/main" id="{C0227D81-914F-4DBF-B130-578F791727FE}"/>
              </a:ext>
            </a:extLst>
          </p:cNvPr>
          <p:cNvSpPr/>
          <p:nvPr/>
        </p:nvSpPr>
        <p:spPr bwMode="gray">
          <a:xfrm>
            <a:off x="698583" y="3019597"/>
            <a:ext cx="651277" cy="651277"/>
          </a:xfrm>
          <a:prstGeom prst="ellipse">
            <a:avLst/>
          </a:prstGeom>
          <a:noFill/>
          <a:ln w="22225" algn="ctr">
            <a:solidFill>
              <a:schemeClr val="tx1">
                <a:lumMod val="50000"/>
                <a:lumOff val="50000"/>
              </a:schemeClr>
            </a:solidFill>
            <a:prstDash val="sysDot"/>
            <a:miter lim="800000"/>
            <a:headEnd/>
            <a:tailEnd/>
          </a:ln>
        </p:spPr>
        <p:txBody>
          <a:bodyPr wrap="square" lIns="66675" tIns="66675" rIns="66675" bIns="66675" rtlCol="0" anchor="ctr"/>
          <a:lstStyle/>
          <a:p>
            <a:pPr defTabSz="685800">
              <a:lnSpc>
                <a:spcPct val="106000"/>
              </a:lnSpc>
              <a:defRPr/>
            </a:pPr>
            <a:endPar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Freeform 375">
            <a:extLst>
              <a:ext uri="{FF2B5EF4-FFF2-40B4-BE49-F238E27FC236}">
                <a16:creationId xmlns:a16="http://schemas.microsoft.com/office/drawing/2014/main" id="{519EF604-A6CE-46EC-9137-95746C1A7F85}"/>
              </a:ext>
            </a:extLst>
          </p:cNvPr>
          <p:cNvSpPr>
            <a:spLocks noChangeAspect="1" noEditPoints="1"/>
          </p:cNvSpPr>
          <p:nvPr/>
        </p:nvSpPr>
        <p:spPr bwMode="auto">
          <a:xfrm>
            <a:off x="740035" y="3063617"/>
            <a:ext cx="563239" cy="563239"/>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rgbClr val="0097A9"/>
          </a:solidFill>
          <a:ln>
            <a:noFill/>
          </a:ln>
        </p:spPr>
        <p:txBody>
          <a:bodyPr vert="horz" wrap="square" lIns="68580" tIns="34290" rIns="68580" bIns="34290" numCol="1" anchor="t" anchorCtr="0" compatLnSpc="1">
            <a:prstTxWarp prst="textNoShape">
              <a:avLst/>
            </a:prstTxWarp>
          </a:bodyPr>
          <a:lstStyle/>
          <a:p>
            <a:pPr defTabSz="685800">
              <a:defRPr/>
            </a:pPr>
            <a:endParaRPr lang="en-GB" sz="135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Rectangle 15">
            <a:extLst>
              <a:ext uri="{FF2B5EF4-FFF2-40B4-BE49-F238E27FC236}">
                <a16:creationId xmlns:a16="http://schemas.microsoft.com/office/drawing/2014/main" id="{7AEB1536-06F7-4172-9F6C-49FEA95477E6}"/>
              </a:ext>
            </a:extLst>
          </p:cNvPr>
          <p:cNvSpPr/>
          <p:nvPr/>
        </p:nvSpPr>
        <p:spPr>
          <a:xfrm>
            <a:off x="1326997" y="2946333"/>
            <a:ext cx="3424116" cy="918457"/>
          </a:xfrm>
          <a:prstGeom prst="rect">
            <a:avLst/>
          </a:prstGeom>
        </p:spPr>
        <p:txBody>
          <a:bodyPr wrap="square">
            <a:spAutoFit/>
          </a:bodyPr>
          <a:lstStyle/>
          <a:p>
            <a:pPr marL="118745" lvl="1">
              <a:lnSpc>
                <a:spcPct val="114000"/>
              </a:lnSpc>
              <a:spcBef>
                <a:spcPts val="300"/>
              </a:spcBef>
              <a:spcAft>
                <a:spcPts val="300"/>
              </a:spcAft>
              <a:defRPr/>
            </a:pPr>
            <a:r>
              <a:rPr lang="en-US" sz="1600">
                <a:latin typeface="+mj-lt"/>
                <a:ea typeface="Open Sans" panose="020B0606030504020204" pitchFamily="34" charset="0"/>
                <a:cs typeface="Open Sans" panose="020B0606030504020204" pitchFamily="34" charset="0"/>
              </a:rPr>
              <a:t>An “</a:t>
            </a:r>
            <a:r>
              <a:rPr lang="en-US" sz="1600" b="1">
                <a:latin typeface="+mj-lt"/>
                <a:ea typeface="Open Sans" panose="020B0606030504020204" pitchFamily="34" charset="0"/>
                <a:cs typeface="Open Sans" panose="020B0606030504020204" pitchFamily="34" charset="0"/>
              </a:rPr>
              <a:t>opt-in</a:t>
            </a:r>
            <a:r>
              <a:rPr lang="en-US" sz="1600">
                <a:latin typeface="+mj-lt"/>
                <a:ea typeface="Open Sans" panose="020B0606030504020204" pitchFamily="34" charset="0"/>
                <a:cs typeface="Open Sans" panose="020B0606030504020204" pitchFamily="34" charset="0"/>
              </a:rPr>
              <a:t>” cookie consent banner presented before optional cookies can be "dropped" by the app</a:t>
            </a:r>
          </a:p>
        </p:txBody>
      </p:sp>
      <p:sp>
        <p:nvSpPr>
          <p:cNvPr id="17" name="Oval 16">
            <a:extLst>
              <a:ext uri="{FF2B5EF4-FFF2-40B4-BE49-F238E27FC236}">
                <a16:creationId xmlns:a16="http://schemas.microsoft.com/office/drawing/2014/main" id="{15E3D47A-0BDE-4E99-88EC-67E74F65DEE2}"/>
              </a:ext>
            </a:extLst>
          </p:cNvPr>
          <p:cNvSpPr/>
          <p:nvPr/>
        </p:nvSpPr>
        <p:spPr bwMode="gray">
          <a:xfrm>
            <a:off x="674157" y="4629337"/>
            <a:ext cx="652840" cy="652839"/>
          </a:xfrm>
          <a:prstGeom prst="ellipse">
            <a:avLst/>
          </a:prstGeom>
          <a:noFill/>
          <a:ln w="22225" algn="ctr">
            <a:solidFill>
              <a:schemeClr val="tx1">
                <a:lumMod val="50000"/>
                <a:lumOff val="50000"/>
              </a:schemeClr>
            </a:solidFill>
            <a:prstDash val="sysDot"/>
            <a:miter lim="800000"/>
            <a:headEnd/>
            <a:tailEnd/>
          </a:ln>
        </p:spPr>
        <p:txBody>
          <a:bodyPr wrap="square" lIns="66675" tIns="66675" rIns="66675" bIns="66675" rtlCol="0" anchor="ctr"/>
          <a:lstStyle/>
          <a:p>
            <a:pPr defTabSz="685800">
              <a:lnSpc>
                <a:spcPct val="106000"/>
              </a:lnSpc>
              <a:defRPr/>
            </a:pPr>
            <a:endParaRPr lang="en-US" sz="12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Freeform 627">
            <a:extLst>
              <a:ext uri="{FF2B5EF4-FFF2-40B4-BE49-F238E27FC236}">
                <a16:creationId xmlns:a16="http://schemas.microsoft.com/office/drawing/2014/main" id="{B8798F1E-CE74-4AAA-BAC1-22D1A714CD45}"/>
              </a:ext>
            </a:extLst>
          </p:cNvPr>
          <p:cNvSpPr>
            <a:spLocks noChangeAspect="1" noEditPoints="1"/>
          </p:cNvSpPr>
          <p:nvPr/>
        </p:nvSpPr>
        <p:spPr bwMode="auto">
          <a:xfrm>
            <a:off x="708991" y="4673461"/>
            <a:ext cx="564591" cy="564590"/>
          </a:xfrm>
          <a:custGeom>
            <a:avLst/>
            <a:gdLst>
              <a:gd name="T0" fmla="*/ 330 w 512"/>
              <a:gd name="T1" fmla="*/ 245 h 512"/>
              <a:gd name="T2" fmla="*/ 181 w 512"/>
              <a:gd name="T3" fmla="*/ 245 h 512"/>
              <a:gd name="T4" fmla="*/ 181 w 512"/>
              <a:gd name="T5" fmla="*/ 192 h 512"/>
              <a:gd name="T6" fmla="*/ 256 w 512"/>
              <a:gd name="T7" fmla="*/ 117 h 512"/>
              <a:gd name="T8" fmla="*/ 330 w 512"/>
              <a:gd name="T9" fmla="*/ 192 h 512"/>
              <a:gd name="T10" fmla="*/ 330 w 512"/>
              <a:gd name="T11" fmla="*/ 245 h 512"/>
              <a:gd name="T12" fmla="*/ 160 w 512"/>
              <a:gd name="T13" fmla="*/ 394 h 512"/>
              <a:gd name="T14" fmla="*/ 352 w 512"/>
              <a:gd name="T15" fmla="*/ 394 h 512"/>
              <a:gd name="T16" fmla="*/ 352 w 512"/>
              <a:gd name="T17" fmla="*/ 266 h 512"/>
              <a:gd name="T18" fmla="*/ 160 w 512"/>
              <a:gd name="T19" fmla="*/ 266 h 512"/>
              <a:gd name="T20" fmla="*/ 160 w 512"/>
              <a:gd name="T21" fmla="*/ 394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73 w 512"/>
              <a:gd name="T33" fmla="*/ 256 h 512"/>
              <a:gd name="T34" fmla="*/ 362 w 512"/>
              <a:gd name="T35" fmla="*/ 245 h 512"/>
              <a:gd name="T36" fmla="*/ 352 w 512"/>
              <a:gd name="T37" fmla="*/ 245 h 512"/>
              <a:gd name="T38" fmla="*/ 352 w 512"/>
              <a:gd name="T39" fmla="*/ 192 h 512"/>
              <a:gd name="T40" fmla="*/ 256 w 512"/>
              <a:gd name="T41" fmla="*/ 96 h 512"/>
              <a:gd name="T42" fmla="*/ 160 w 512"/>
              <a:gd name="T43" fmla="*/ 192 h 512"/>
              <a:gd name="T44" fmla="*/ 160 w 512"/>
              <a:gd name="T45" fmla="*/ 245 h 512"/>
              <a:gd name="T46" fmla="*/ 149 w 512"/>
              <a:gd name="T47" fmla="*/ 245 h 512"/>
              <a:gd name="T48" fmla="*/ 138 w 512"/>
              <a:gd name="T49" fmla="*/ 256 h 512"/>
              <a:gd name="T50" fmla="*/ 138 w 512"/>
              <a:gd name="T51" fmla="*/ 405 h 512"/>
              <a:gd name="T52" fmla="*/ 149 w 512"/>
              <a:gd name="T53" fmla="*/ 416 h 512"/>
              <a:gd name="T54" fmla="*/ 362 w 512"/>
              <a:gd name="T55" fmla="*/ 416 h 512"/>
              <a:gd name="T56" fmla="*/ 373 w 512"/>
              <a:gd name="T57" fmla="*/ 405 h 512"/>
              <a:gd name="T58" fmla="*/ 373 w 512"/>
              <a:gd name="T5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330" y="245"/>
                </a:moveTo>
                <a:cubicBezTo>
                  <a:pt x="181" y="245"/>
                  <a:pt x="181" y="245"/>
                  <a:pt x="181" y="245"/>
                </a:cubicBezTo>
                <a:cubicBezTo>
                  <a:pt x="181" y="192"/>
                  <a:pt x="181" y="192"/>
                  <a:pt x="181" y="192"/>
                </a:cubicBezTo>
                <a:cubicBezTo>
                  <a:pt x="181" y="150"/>
                  <a:pt x="214" y="117"/>
                  <a:pt x="256" y="117"/>
                </a:cubicBezTo>
                <a:cubicBezTo>
                  <a:pt x="297" y="117"/>
                  <a:pt x="330" y="150"/>
                  <a:pt x="330" y="192"/>
                </a:cubicBezTo>
                <a:lnTo>
                  <a:pt x="330" y="245"/>
                </a:lnTo>
                <a:close/>
                <a:moveTo>
                  <a:pt x="160" y="394"/>
                </a:moveTo>
                <a:cubicBezTo>
                  <a:pt x="352" y="394"/>
                  <a:pt x="352" y="394"/>
                  <a:pt x="352" y="394"/>
                </a:cubicBezTo>
                <a:cubicBezTo>
                  <a:pt x="352" y="266"/>
                  <a:pt x="352" y="266"/>
                  <a:pt x="352" y="266"/>
                </a:cubicBezTo>
                <a:cubicBezTo>
                  <a:pt x="160" y="266"/>
                  <a:pt x="160" y="266"/>
                  <a:pt x="160" y="266"/>
                </a:cubicBezTo>
                <a:lnTo>
                  <a:pt x="160"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56"/>
                </a:moveTo>
                <a:cubicBezTo>
                  <a:pt x="373" y="250"/>
                  <a:pt x="368" y="245"/>
                  <a:pt x="362" y="245"/>
                </a:cubicBezTo>
                <a:cubicBezTo>
                  <a:pt x="352" y="245"/>
                  <a:pt x="352" y="245"/>
                  <a:pt x="352" y="245"/>
                </a:cubicBezTo>
                <a:cubicBezTo>
                  <a:pt x="352" y="192"/>
                  <a:pt x="352" y="192"/>
                  <a:pt x="352" y="192"/>
                </a:cubicBezTo>
                <a:cubicBezTo>
                  <a:pt x="352" y="139"/>
                  <a:pt x="309" y="96"/>
                  <a:pt x="256" y="96"/>
                </a:cubicBezTo>
                <a:cubicBezTo>
                  <a:pt x="203" y="96"/>
                  <a:pt x="160" y="139"/>
                  <a:pt x="160" y="192"/>
                </a:cubicBezTo>
                <a:cubicBezTo>
                  <a:pt x="160" y="245"/>
                  <a:pt x="160" y="245"/>
                  <a:pt x="160" y="245"/>
                </a:cubicBezTo>
                <a:cubicBezTo>
                  <a:pt x="149" y="245"/>
                  <a:pt x="149" y="245"/>
                  <a:pt x="149" y="245"/>
                </a:cubicBezTo>
                <a:cubicBezTo>
                  <a:pt x="143" y="245"/>
                  <a:pt x="138" y="250"/>
                  <a:pt x="138" y="25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256"/>
                </a:lnTo>
                <a:close/>
              </a:path>
            </a:pathLst>
          </a:custGeom>
          <a:solidFill>
            <a:srgbClr val="0076A8"/>
          </a:solidFill>
          <a:ln>
            <a:noFill/>
          </a:ln>
        </p:spPr>
        <p:txBody>
          <a:bodyPr vert="horz" wrap="square" lIns="68580" tIns="34290" rIns="68580" bIns="34290" numCol="1" anchor="t" anchorCtr="0" compatLnSpc="1">
            <a:prstTxWarp prst="textNoShape">
              <a:avLst/>
            </a:prstTxWarp>
          </a:bodyPr>
          <a:lstStyle/>
          <a:p>
            <a:pPr defTabSz="685800">
              <a:defRPr/>
            </a:pPr>
            <a:endParaRPr lang="en-GB" sz="1350">
              <a:solidFill>
                <a:prstClr val="black"/>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ADE4B11B-65C3-4299-8334-795642CD5BDE}"/>
              </a:ext>
            </a:extLst>
          </p:cNvPr>
          <p:cNvSpPr/>
          <p:nvPr/>
        </p:nvSpPr>
        <p:spPr>
          <a:xfrm>
            <a:off x="1308415" y="4506372"/>
            <a:ext cx="3424115" cy="918457"/>
          </a:xfrm>
          <a:prstGeom prst="rect">
            <a:avLst/>
          </a:prstGeom>
        </p:spPr>
        <p:txBody>
          <a:bodyPr wrap="square">
            <a:spAutoFit/>
          </a:bodyPr>
          <a:lstStyle/>
          <a:p>
            <a:pPr marL="118745" lvl="1">
              <a:lnSpc>
                <a:spcPct val="114000"/>
              </a:lnSpc>
              <a:spcBef>
                <a:spcPts val="300"/>
              </a:spcBef>
              <a:spcAft>
                <a:spcPts val="300"/>
              </a:spcAft>
              <a:defRPr/>
            </a:pPr>
            <a:r>
              <a:rPr lang="en-US" sz="1600">
                <a:latin typeface="+mj-lt"/>
                <a:ea typeface="Open Sans" panose="020B0606030504020204" pitchFamily="34" charset="0"/>
                <a:cs typeface="Open Sans" panose="020B0606030504020204" pitchFamily="34" charset="0"/>
              </a:rPr>
              <a:t>The </a:t>
            </a:r>
            <a:r>
              <a:rPr lang="en-US" sz="1600" b="1">
                <a:latin typeface="+mj-lt"/>
                <a:ea typeface="Open Sans" panose="020B0606030504020204" pitchFamily="34" charset="0"/>
                <a:cs typeface="Open Sans" panose="020B0606030504020204" pitchFamily="34" charset="0"/>
              </a:rPr>
              <a:t>ability to continue using the app</a:t>
            </a:r>
            <a:r>
              <a:rPr lang="en-US" sz="1600">
                <a:latin typeface="+mj-lt"/>
                <a:ea typeface="Open Sans" panose="020B0606030504020204" pitchFamily="34" charset="0"/>
                <a:cs typeface="Open Sans" panose="020B0606030504020204" pitchFamily="34" charset="0"/>
              </a:rPr>
              <a:t> even if consent is not provided or is withdrawn</a:t>
            </a:r>
            <a:endParaRPr lang="en-US" sz="1600" b="1">
              <a:latin typeface="+mj-lt"/>
              <a:ea typeface="Open Sans" panose="020B0606030504020204" pitchFamily="34" charset="0"/>
              <a:cs typeface="Open Sans" panose="020B0606030504020204" pitchFamily="34" charset="0"/>
            </a:endParaRPr>
          </a:p>
        </p:txBody>
      </p:sp>
      <p:sp>
        <p:nvSpPr>
          <p:cNvPr id="20" name="Text Placeholder 3">
            <a:extLst>
              <a:ext uri="{FF2B5EF4-FFF2-40B4-BE49-F238E27FC236}">
                <a16:creationId xmlns:a16="http://schemas.microsoft.com/office/drawing/2014/main" id="{45D3E763-09A9-4DE1-8D3B-1ED8E68B9255}"/>
              </a:ext>
            </a:extLst>
          </p:cNvPr>
          <p:cNvSpPr txBox="1">
            <a:spLocks/>
          </p:cNvSpPr>
          <p:nvPr/>
        </p:nvSpPr>
        <p:spPr bwMode="gray">
          <a:xfrm>
            <a:off x="349130" y="801957"/>
            <a:ext cx="10908054" cy="449662"/>
          </a:xfrm>
          <a:prstGeom prst="rect">
            <a:avLst/>
          </a:prstGeom>
          <a:ln>
            <a:noFill/>
          </a:ln>
        </p:spPr>
        <p:txBody>
          <a:bodyPr vert="horz" lIns="91440" tIns="91440" rIns="0" bIns="0" rtlCol="0" anchor="t" anchorCtr="0">
            <a:noAutofit/>
          </a:bodyPr>
          <a:lstStyle/>
          <a:p>
            <a:r>
              <a:rPr lang="en-US">
                <a:latin typeface="+mj-lt"/>
                <a:ea typeface="Open Sans" panose="020B0606030504020204" pitchFamily="34" charset="0"/>
                <a:cs typeface="Open Sans" panose="020B0606030504020204" pitchFamily="34" charset="0"/>
              </a:rPr>
              <a:t>Receive users’ consent before using any cookies except those that are strictly necessary.</a:t>
            </a:r>
          </a:p>
        </p:txBody>
      </p:sp>
      <p:pic>
        <p:nvPicPr>
          <p:cNvPr id="4" name="Picture 3">
            <a:extLst>
              <a:ext uri="{FF2B5EF4-FFF2-40B4-BE49-F238E27FC236}">
                <a16:creationId xmlns:a16="http://schemas.microsoft.com/office/drawing/2014/main" id="{1AEED326-04A4-4D22-AD8B-C95FB4DFF949}"/>
              </a:ext>
            </a:extLst>
          </p:cNvPr>
          <p:cNvPicPr>
            <a:picLocks noChangeAspect="1"/>
          </p:cNvPicPr>
          <p:nvPr/>
        </p:nvPicPr>
        <p:blipFill>
          <a:blip r:embed="rId2"/>
          <a:stretch>
            <a:fillRect/>
          </a:stretch>
        </p:blipFill>
        <p:spPr>
          <a:xfrm>
            <a:off x="6451796" y="1415544"/>
            <a:ext cx="4775076" cy="2211312"/>
          </a:xfrm>
          <a:prstGeom prst="rect">
            <a:avLst/>
          </a:prstGeom>
        </p:spPr>
      </p:pic>
      <p:pic>
        <p:nvPicPr>
          <p:cNvPr id="6" name="Picture 5">
            <a:extLst>
              <a:ext uri="{FF2B5EF4-FFF2-40B4-BE49-F238E27FC236}">
                <a16:creationId xmlns:a16="http://schemas.microsoft.com/office/drawing/2014/main" id="{DE24CE93-F45E-4FD6-9591-B9E6361AED66}"/>
              </a:ext>
            </a:extLst>
          </p:cNvPr>
          <p:cNvPicPr>
            <a:picLocks noChangeAspect="1"/>
          </p:cNvPicPr>
          <p:nvPr/>
        </p:nvPicPr>
        <p:blipFill>
          <a:blip r:embed="rId3"/>
          <a:stretch>
            <a:fillRect/>
          </a:stretch>
        </p:blipFill>
        <p:spPr>
          <a:xfrm>
            <a:off x="6472485" y="3864790"/>
            <a:ext cx="4754387" cy="2241428"/>
          </a:xfrm>
          <a:prstGeom prst="rect">
            <a:avLst/>
          </a:prstGeom>
        </p:spPr>
      </p:pic>
      <p:sp>
        <p:nvSpPr>
          <p:cNvPr id="2" name="TextBox 1">
            <a:extLst>
              <a:ext uri="{FF2B5EF4-FFF2-40B4-BE49-F238E27FC236}">
                <a16:creationId xmlns:a16="http://schemas.microsoft.com/office/drawing/2014/main" id="{C9BA0187-A885-441D-9B17-6D1B578DB5B1}"/>
              </a:ext>
            </a:extLst>
          </p:cNvPr>
          <p:cNvSpPr txBox="1"/>
          <p:nvPr/>
        </p:nvSpPr>
        <p:spPr>
          <a:xfrm>
            <a:off x="1463040" y="5829219"/>
            <a:ext cx="5590903" cy="276999"/>
          </a:xfrm>
          <a:prstGeom prst="rect">
            <a:avLst/>
          </a:prstGeom>
          <a:noFill/>
        </p:spPr>
        <p:txBody>
          <a:bodyPr wrap="square" lIns="0" tIns="0" rIns="0" bIns="0" rtlCol="0">
            <a:spAutoFit/>
          </a:bodyPr>
          <a:lstStyle/>
          <a:p>
            <a:pPr>
              <a:spcBef>
                <a:spcPts val="600"/>
              </a:spcBef>
              <a:buSzPct val="100000"/>
            </a:pPr>
            <a:r>
              <a:rPr lang="en-US" dirty="0">
                <a:hlinkClick r:id="rId4"/>
              </a:rPr>
              <a:t>Deloitte Digital Design</a:t>
            </a:r>
            <a:endParaRPr lang="en-US" dirty="0"/>
          </a:p>
        </p:txBody>
      </p:sp>
    </p:spTree>
    <p:extLst>
      <p:ext uri="{BB962C8B-B14F-4D97-AF65-F5344CB8AC3E}">
        <p14:creationId xmlns:p14="http://schemas.microsoft.com/office/powerpoint/2010/main" val="135968158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Risk Prioritization Model</a:t>
            </a:r>
            <a:endParaRPr lang="en-US"/>
          </a:p>
        </p:txBody>
      </p:sp>
      <p:graphicFrame>
        <p:nvGraphicFramePr>
          <p:cNvPr id="12" name="Table 4">
            <a:extLst>
              <a:ext uri="{FF2B5EF4-FFF2-40B4-BE49-F238E27FC236}">
                <a16:creationId xmlns:a16="http://schemas.microsoft.com/office/drawing/2014/main" id="{7F1DB81B-478D-47E8-BA19-1E873EAD81E5}"/>
              </a:ext>
            </a:extLst>
          </p:cNvPr>
          <p:cNvGraphicFramePr>
            <a:graphicFrameLocks noGrp="1"/>
          </p:cNvGraphicFramePr>
          <p:nvPr>
            <p:extLst>
              <p:ext uri="{D42A27DB-BD31-4B8C-83A1-F6EECF244321}">
                <p14:modId xmlns:p14="http://schemas.microsoft.com/office/powerpoint/2010/main" val="2559584946"/>
              </p:ext>
            </p:extLst>
          </p:nvPr>
        </p:nvGraphicFramePr>
        <p:xfrm>
          <a:off x="1327270" y="1624715"/>
          <a:ext cx="9749899" cy="4544395"/>
        </p:xfrm>
        <a:graphic>
          <a:graphicData uri="http://schemas.openxmlformats.org/drawingml/2006/table">
            <a:tbl>
              <a:tblPr firstRow="1" bandRow="1">
                <a:tableStyleId>{D7AC3CCA-C797-4891-BE02-D94E43425B78}</a:tableStyleId>
              </a:tblPr>
              <a:tblGrid>
                <a:gridCol w="9749899">
                  <a:extLst>
                    <a:ext uri="{9D8B030D-6E8A-4147-A177-3AD203B41FA5}">
                      <a16:colId xmlns:a16="http://schemas.microsoft.com/office/drawing/2014/main" val="844997260"/>
                    </a:ext>
                  </a:extLst>
                </a:gridCol>
              </a:tblGrid>
              <a:tr h="1226743">
                <a:tc>
                  <a:txBody>
                    <a:bodyPr/>
                    <a:lstStyle/>
                    <a:p>
                      <a:r>
                        <a:rPr lang="en-US" b="1"/>
                        <a:t>Public</a:t>
                      </a:r>
                    </a:p>
                    <a:p>
                      <a:endParaRPr lang="en-US" sz="800" b="0"/>
                    </a:p>
                  </a:txBody>
                  <a:tcPr>
                    <a:solidFill>
                      <a:schemeClr val="bg1">
                        <a:lumMod val="75000"/>
                      </a:schemeClr>
                    </a:solidFill>
                  </a:tcPr>
                </a:tc>
                <a:extLst>
                  <a:ext uri="{0D108BD9-81ED-4DB2-BD59-A6C34878D82A}">
                    <a16:rowId xmlns:a16="http://schemas.microsoft.com/office/drawing/2014/main" val="3999739530"/>
                  </a:ext>
                </a:extLst>
              </a:tr>
              <a:tr h="1264158">
                <a:tc>
                  <a:txBody>
                    <a:bodyPr/>
                    <a:lstStyle/>
                    <a:p>
                      <a:pPr marL="0" marR="0" lvl="0" indent="0" algn="l" defTabSz="990564" rtl="0" eaLnBrk="1" fontAlgn="auto" latinLnBrk="0" hangingPunct="1">
                        <a:lnSpc>
                          <a:spcPct val="100000"/>
                        </a:lnSpc>
                        <a:spcBef>
                          <a:spcPts val="0"/>
                        </a:spcBef>
                        <a:spcAft>
                          <a:spcPts val="0"/>
                        </a:spcAft>
                        <a:buClrTx/>
                        <a:buSzTx/>
                        <a:buFontTx/>
                        <a:buNone/>
                        <a:tabLst/>
                        <a:defRPr/>
                      </a:pPr>
                      <a:r>
                        <a:rPr lang="en-US" b="1"/>
                        <a:t>Client-facing</a:t>
                      </a:r>
                    </a:p>
                    <a:p>
                      <a:endParaRPr lang="en-US"/>
                    </a:p>
                  </a:txBody>
                  <a:tcPr>
                    <a:solidFill>
                      <a:schemeClr val="bg1">
                        <a:lumMod val="85000"/>
                      </a:schemeClr>
                    </a:solidFill>
                  </a:tcPr>
                </a:tc>
                <a:extLst>
                  <a:ext uri="{0D108BD9-81ED-4DB2-BD59-A6C34878D82A}">
                    <a16:rowId xmlns:a16="http://schemas.microsoft.com/office/drawing/2014/main" val="4177485786"/>
                  </a:ext>
                </a:extLst>
              </a:tr>
              <a:tr h="1226743">
                <a:tc>
                  <a:txBody>
                    <a:bodyPr/>
                    <a:lstStyle/>
                    <a:p>
                      <a:r>
                        <a:rPr lang="en-US" b="1"/>
                        <a:t>Internal only</a:t>
                      </a:r>
                    </a:p>
                  </a:txBody>
                  <a:tcPr>
                    <a:solidFill>
                      <a:schemeClr val="bg1">
                        <a:lumMod val="95000"/>
                      </a:schemeClr>
                    </a:solidFill>
                  </a:tcPr>
                </a:tc>
                <a:extLst>
                  <a:ext uri="{0D108BD9-81ED-4DB2-BD59-A6C34878D82A}">
                    <a16:rowId xmlns:a16="http://schemas.microsoft.com/office/drawing/2014/main" val="2299189829"/>
                  </a:ext>
                </a:extLst>
              </a:tr>
              <a:tr h="826751">
                <a:tc>
                  <a:txBody>
                    <a:bodyPr/>
                    <a:lstStyle/>
                    <a:p>
                      <a:r>
                        <a:rPr lang="en-US" b="1"/>
                        <a:t>Mobile only (Currently in POC)</a:t>
                      </a:r>
                    </a:p>
                    <a:p>
                      <a:pPr marL="285750" indent="-285750">
                        <a:buFont typeface="Arial" panose="020B0604020202020204" pitchFamily="34" charset="0"/>
                        <a:buChar char="•"/>
                      </a:pPr>
                      <a:r>
                        <a:rPr lang="en-US" b="1"/>
                        <a:t>Accessible by Deloitte and/or external visitors</a:t>
                      </a:r>
                    </a:p>
                  </a:txBody>
                  <a:tcPr>
                    <a:solidFill>
                      <a:schemeClr val="bg1">
                        <a:lumMod val="95000"/>
                      </a:schemeClr>
                    </a:solidFill>
                  </a:tcPr>
                </a:tc>
                <a:extLst>
                  <a:ext uri="{0D108BD9-81ED-4DB2-BD59-A6C34878D82A}">
                    <a16:rowId xmlns:a16="http://schemas.microsoft.com/office/drawing/2014/main" val="1493058583"/>
                  </a:ext>
                </a:extLst>
              </a:tr>
            </a:tbl>
          </a:graphicData>
        </a:graphic>
      </p:graphicFrame>
      <p:sp>
        <p:nvSpPr>
          <p:cNvPr id="13" name="TextBox 12">
            <a:extLst>
              <a:ext uri="{FF2B5EF4-FFF2-40B4-BE49-F238E27FC236}">
                <a16:creationId xmlns:a16="http://schemas.microsoft.com/office/drawing/2014/main" id="{FF9C91A3-678D-49AA-BD3B-D61FF5AB26A6}"/>
              </a:ext>
            </a:extLst>
          </p:cNvPr>
          <p:cNvSpPr txBox="1"/>
          <p:nvPr/>
        </p:nvSpPr>
        <p:spPr>
          <a:xfrm rot="16200000">
            <a:off x="163072" y="3605927"/>
            <a:ext cx="600076" cy="246221"/>
          </a:xfrm>
          <a:prstGeom prst="rect">
            <a:avLst/>
          </a:prstGeom>
          <a:noFill/>
        </p:spPr>
        <p:txBody>
          <a:bodyPr wrap="square" lIns="0" tIns="0" rIns="0" bIns="0" rtlCol="0">
            <a:spAutoFit/>
          </a:bodyPr>
          <a:lstStyle/>
          <a:p>
            <a:pPr>
              <a:spcBef>
                <a:spcPts val="600"/>
              </a:spcBef>
              <a:buSzPct val="100000"/>
            </a:pPr>
            <a:r>
              <a:rPr lang="en-US" sz="1600" b="1">
                <a:solidFill>
                  <a:srgbClr val="43B02A"/>
                </a:solidFill>
                <a:latin typeface="Open Sans" panose="020B0606030504020204" pitchFamily="34" charset="0"/>
                <a:ea typeface="Open Sans" panose="020B0606030504020204" pitchFamily="34" charset="0"/>
                <a:cs typeface="Open Sans" panose="020B0606030504020204" pitchFamily="34" charset="0"/>
              </a:rPr>
              <a:t>Risk</a:t>
            </a:r>
          </a:p>
        </p:txBody>
      </p:sp>
      <p:sp>
        <p:nvSpPr>
          <p:cNvPr id="14" name="TextBox 13">
            <a:extLst>
              <a:ext uri="{FF2B5EF4-FFF2-40B4-BE49-F238E27FC236}">
                <a16:creationId xmlns:a16="http://schemas.microsoft.com/office/drawing/2014/main" id="{140B51E3-E4D0-4DE1-91F3-C108B62D38D2}"/>
              </a:ext>
            </a:extLst>
          </p:cNvPr>
          <p:cNvSpPr txBox="1"/>
          <p:nvPr/>
        </p:nvSpPr>
        <p:spPr>
          <a:xfrm rot="16200000">
            <a:off x="227557" y="1540555"/>
            <a:ext cx="1045739" cy="246221"/>
          </a:xfrm>
          <a:prstGeom prst="rect">
            <a:avLst/>
          </a:prstGeom>
          <a:noFill/>
        </p:spPr>
        <p:txBody>
          <a:bodyPr wrap="square" lIns="0" tIns="0" rIns="0" bIns="0" rtlCol="0" anchor="t">
            <a:spAutoFit/>
          </a:bodyPr>
          <a:lstStyle/>
          <a:p>
            <a:pPr>
              <a:spcBef>
                <a:spcPts val="600"/>
              </a:spcBef>
              <a:buSzPct val="100000"/>
            </a:pPr>
            <a:r>
              <a:rPr lang="en-US" sz="1600">
                <a:solidFill>
                  <a:srgbClr val="43B02A"/>
                </a:solidFill>
                <a:latin typeface="Open Sans" panose="020B0606030504020204" pitchFamily="34" charset="0"/>
                <a:ea typeface="Open Sans" panose="020B0606030504020204" pitchFamily="34" charset="0"/>
                <a:cs typeface="Open Sans" panose="020B0606030504020204" pitchFamily="34" charset="0"/>
              </a:rPr>
              <a:t>High</a:t>
            </a:r>
          </a:p>
        </p:txBody>
      </p:sp>
      <p:sp>
        <p:nvSpPr>
          <p:cNvPr id="15" name="TextBox 14">
            <a:extLst>
              <a:ext uri="{FF2B5EF4-FFF2-40B4-BE49-F238E27FC236}">
                <a16:creationId xmlns:a16="http://schemas.microsoft.com/office/drawing/2014/main" id="{2B1BA240-D060-4A2C-8273-A4293212C7D7}"/>
              </a:ext>
            </a:extLst>
          </p:cNvPr>
          <p:cNvSpPr txBox="1"/>
          <p:nvPr/>
        </p:nvSpPr>
        <p:spPr>
          <a:xfrm rot="16200000">
            <a:off x="-707559" y="4521350"/>
            <a:ext cx="2905463" cy="246221"/>
          </a:xfrm>
          <a:prstGeom prst="rect">
            <a:avLst/>
          </a:prstGeom>
          <a:noFill/>
        </p:spPr>
        <p:txBody>
          <a:bodyPr wrap="square" lIns="0" tIns="0" rIns="0" bIns="0" rtlCol="0">
            <a:spAutoFit/>
          </a:bodyPr>
          <a:lstStyle/>
          <a:p>
            <a:pPr>
              <a:spcBef>
                <a:spcPts val="600"/>
              </a:spcBef>
              <a:buSzPct val="100000"/>
            </a:pPr>
            <a:r>
              <a:rPr lang="en-US" sz="1600">
                <a:solidFill>
                  <a:srgbClr val="43B02A"/>
                </a:solidFill>
                <a:latin typeface="Open Sans" panose="020B0606030504020204" pitchFamily="34" charset="0"/>
                <a:ea typeface="Open Sans" panose="020B0606030504020204" pitchFamily="34" charset="0"/>
                <a:cs typeface="Open Sans" panose="020B0606030504020204" pitchFamily="34" charset="0"/>
              </a:rPr>
              <a:t>Low</a:t>
            </a:r>
          </a:p>
        </p:txBody>
      </p:sp>
      <p:sp>
        <p:nvSpPr>
          <p:cNvPr id="16" name="TextBox 15">
            <a:extLst>
              <a:ext uri="{FF2B5EF4-FFF2-40B4-BE49-F238E27FC236}">
                <a16:creationId xmlns:a16="http://schemas.microsoft.com/office/drawing/2014/main" id="{01A9407D-5DE9-4D46-8787-13903D6BD4B2}"/>
              </a:ext>
            </a:extLst>
          </p:cNvPr>
          <p:cNvSpPr txBox="1"/>
          <p:nvPr/>
        </p:nvSpPr>
        <p:spPr>
          <a:xfrm>
            <a:off x="1465556" y="2014021"/>
            <a:ext cx="9342368" cy="630942"/>
          </a:xfrm>
          <a:prstGeom prst="rect">
            <a:avLst/>
          </a:prstGeom>
          <a:noFill/>
        </p:spPr>
        <p:txBody>
          <a:bodyPr wrap="square" lIns="0" tIns="0" rIns="0" bIns="0" rtlCol="0" anchor="t">
            <a:spAutoFit/>
          </a:bodyPr>
          <a:lstStyle/>
          <a:p>
            <a:pPr marL="171450" indent="-171450">
              <a:spcBef>
                <a:spcPts val="600"/>
              </a:spcBef>
              <a:buSzPct val="100000"/>
              <a:buFont typeface="Arial" panose="020B0604020202020204" pitchFamily="34" charset="0"/>
              <a:buChar char="•"/>
            </a:pPr>
            <a:r>
              <a:rPr lang="en-US" b="1">
                <a:solidFill>
                  <a:srgbClr val="313131"/>
                </a:solidFill>
                <a:latin typeface="+mj-lt"/>
                <a:ea typeface="Open Sans" panose="020B0606030504020204" pitchFamily="34" charset="0"/>
                <a:cs typeface="Open Sans" panose="020B0606030504020204" pitchFamily="34" charset="0"/>
              </a:rPr>
              <a:t>Accessible to anyone</a:t>
            </a:r>
            <a:r>
              <a:rPr lang="en-US">
                <a:solidFill>
                  <a:srgbClr val="313131"/>
                </a:solidFill>
                <a:latin typeface="+mj-lt"/>
                <a:ea typeface="Open Sans" panose="020B0606030504020204" pitchFamily="34" charset="0"/>
                <a:cs typeface="Open Sans" panose="020B0606030504020204" pitchFamily="34" charset="0"/>
              </a:rPr>
              <a:t> with knowledge of the application’s URL</a:t>
            </a:r>
          </a:p>
          <a:p>
            <a:pPr marL="171450" indent="-171450">
              <a:spcBef>
                <a:spcPts val="600"/>
              </a:spcBef>
              <a:buSzPct val="100000"/>
              <a:buFont typeface="Arial" panose="020B0604020202020204" pitchFamily="34" charset="0"/>
              <a:buChar char="•"/>
            </a:pPr>
            <a:r>
              <a:rPr lang="en-US">
                <a:solidFill>
                  <a:srgbClr val="313131"/>
                </a:solidFill>
                <a:latin typeface="+mj-lt"/>
                <a:ea typeface="Open Sans" panose="020B0606030504020204" pitchFamily="34" charset="0"/>
                <a:cs typeface="Open Sans" panose="020B0606030504020204" pitchFamily="34" charset="0"/>
              </a:rPr>
              <a:t>Availability of content and functionality is generally the same for visitors to the site/application</a:t>
            </a:r>
          </a:p>
        </p:txBody>
      </p:sp>
      <p:sp>
        <p:nvSpPr>
          <p:cNvPr id="17" name="TextBox 16">
            <a:extLst>
              <a:ext uri="{FF2B5EF4-FFF2-40B4-BE49-F238E27FC236}">
                <a16:creationId xmlns:a16="http://schemas.microsoft.com/office/drawing/2014/main" id="{A3D96E53-6B33-4234-A26F-C102955D742E}"/>
              </a:ext>
            </a:extLst>
          </p:cNvPr>
          <p:cNvSpPr txBox="1"/>
          <p:nvPr/>
        </p:nvSpPr>
        <p:spPr>
          <a:xfrm>
            <a:off x="1465556" y="3270283"/>
            <a:ext cx="9418771" cy="630942"/>
          </a:xfrm>
          <a:prstGeom prst="rect">
            <a:avLst/>
          </a:prstGeom>
          <a:noFill/>
        </p:spPr>
        <p:txBody>
          <a:bodyPr wrap="square" lIns="0" tIns="0" rIns="0" bIns="0" rtlCol="0" anchor="t">
            <a:spAutoFit/>
          </a:bodyPr>
          <a:lstStyle/>
          <a:p>
            <a:pPr marL="171450" indent="-171450">
              <a:spcBef>
                <a:spcPts val="600"/>
              </a:spcBef>
              <a:buSzPct val="100000"/>
              <a:buFont typeface="Arial" panose="020B0604020202020204" pitchFamily="34" charset="0"/>
              <a:buChar char="•"/>
            </a:pPr>
            <a:r>
              <a:rPr lang="en-US">
                <a:solidFill>
                  <a:srgbClr val="313131"/>
                </a:solidFill>
                <a:latin typeface="+mj-lt"/>
                <a:ea typeface="Open Sans" panose="020B0606030504020204" pitchFamily="34" charset="0"/>
                <a:cs typeface="Open Sans" panose="020B0606030504020204" pitchFamily="34" charset="0"/>
              </a:rPr>
              <a:t>Accessible to clients (and other external visitors)</a:t>
            </a:r>
          </a:p>
          <a:p>
            <a:pPr marL="171450" indent="-171450">
              <a:spcBef>
                <a:spcPts val="600"/>
              </a:spcBef>
              <a:buSzPct val="100000"/>
              <a:buFont typeface="Arial" panose="020B0604020202020204" pitchFamily="34" charset="0"/>
              <a:buChar char="•"/>
            </a:pPr>
            <a:r>
              <a:rPr lang="en-US">
                <a:solidFill>
                  <a:srgbClr val="313131"/>
                </a:solidFill>
                <a:latin typeface="+mj-lt"/>
                <a:ea typeface="Open Sans" panose="020B0606030504020204" pitchFamily="34" charset="0"/>
                <a:cs typeface="Open Sans" panose="020B0606030504020204" pitchFamily="34" charset="0"/>
              </a:rPr>
              <a:t>Availability of content and application functionality </a:t>
            </a:r>
            <a:r>
              <a:rPr lang="en-US" b="1">
                <a:solidFill>
                  <a:srgbClr val="313131"/>
                </a:solidFill>
                <a:latin typeface="+mj-lt"/>
                <a:ea typeface="Open Sans" panose="020B0606030504020204" pitchFamily="34" charset="0"/>
                <a:cs typeface="Open Sans" panose="020B0606030504020204" pitchFamily="34" charset="0"/>
              </a:rPr>
              <a:t>dependent on login access</a:t>
            </a:r>
          </a:p>
        </p:txBody>
      </p:sp>
      <p:sp>
        <p:nvSpPr>
          <p:cNvPr id="18" name="TextBox 17">
            <a:extLst>
              <a:ext uri="{FF2B5EF4-FFF2-40B4-BE49-F238E27FC236}">
                <a16:creationId xmlns:a16="http://schemas.microsoft.com/office/drawing/2014/main" id="{4B738389-739C-4897-A2DB-7CDB591F21DB}"/>
              </a:ext>
            </a:extLst>
          </p:cNvPr>
          <p:cNvSpPr txBox="1"/>
          <p:nvPr/>
        </p:nvSpPr>
        <p:spPr>
          <a:xfrm>
            <a:off x="1465557" y="4569479"/>
            <a:ext cx="9342367" cy="630942"/>
          </a:xfrm>
          <a:prstGeom prst="rect">
            <a:avLst/>
          </a:prstGeom>
          <a:noFill/>
        </p:spPr>
        <p:txBody>
          <a:bodyPr wrap="square" lIns="0" tIns="0" rIns="0" bIns="0" rtlCol="0" anchor="t">
            <a:spAutoFit/>
          </a:bodyPr>
          <a:lstStyle/>
          <a:p>
            <a:pPr marL="171450" indent="-171450">
              <a:spcBef>
                <a:spcPts val="600"/>
              </a:spcBef>
              <a:buSzPct val="100000"/>
              <a:buFont typeface="Arial" panose="020B0604020202020204" pitchFamily="34" charset="0"/>
              <a:buChar char="•"/>
            </a:pPr>
            <a:r>
              <a:rPr lang="en-US" b="1">
                <a:solidFill>
                  <a:srgbClr val="313131"/>
                </a:solidFill>
                <a:latin typeface="+mj-lt"/>
                <a:ea typeface="Open Sans" panose="020B0606030504020204" pitchFamily="34" charset="0"/>
                <a:cs typeface="Open Sans" panose="020B0606030504020204" pitchFamily="34" charset="0"/>
              </a:rPr>
              <a:t>Accessible by Deloitte users only</a:t>
            </a:r>
          </a:p>
          <a:p>
            <a:pPr marL="171450" indent="-171450">
              <a:spcBef>
                <a:spcPts val="600"/>
              </a:spcBef>
              <a:buSzPct val="100000"/>
              <a:buFont typeface="Arial" panose="020B0604020202020204" pitchFamily="34" charset="0"/>
              <a:buChar char="•"/>
            </a:pPr>
            <a:r>
              <a:rPr lang="en-US">
                <a:solidFill>
                  <a:srgbClr val="313131"/>
                </a:solidFill>
                <a:latin typeface="+mj-lt"/>
                <a:ea typeface="Open Sans" panose="020B0606030504020204" pitchFamily="34" charset="0"/>
                <a:cs typeface="Open Sans" panose="020B0606030504020204" pitchFamily="34" charset="0"/>
              </a:rPr>
              <a:t>Availability of content and application functionality generally dependent of level of access</a:t>
            </a:r>
          </a:p>
        </p:txBody>
      </p:sp>
      <p:sp>
        <p:nvSpPr>
          <p:cNvPr id="19" name="Text Placeholder 3">
            <a:extLst>
              <a:ext uri="{FF2B5EF4-FFF2-40B4-BE49-F238E27FC236}">
                <a16:creationId xmlns:a16="http://schemas.microsoft.com/office/drawing/2014/main" id="{89B8FD20-8FEA-4CE3-8CD0-C9D3753E0983}"/>
              </a:ext>
            </a:extLst>
          </p:cNvPr>
          <p:cNvSpPr txBox="1">
            <a:spLocks/>
          </p:cNvSpPr>
          <p:nvPr/>
        </p:nvSpPr>
        <p:spPr bwMode="gray">
          <a:xfrm>
            <a:off x="331519" y="751381"/>
            <a:ext cx="10908054" cy="449662"/>
          </a:xfrm>
          <a:prstGeom prst="rect">
            <a:avLst/>
          </a:prstGeom>
          <a:ln>
            <a:noFill/>
          </a:ln>
        </p:spPr>
        <p:txBody>
          <a:bodyPr vert="horz" lIns="91440" tIns="91440" rIns="0" bIns="0" rtlCol="0" anchor="t" anchorCtr="0">
            <a:noAutofit/>
          </a:bodyPr>
          <a:lstStyle/>
          <a:p>
            <a:r>
              <a:rPr lang="en-US">
                <a:ea typeface="Open Sans" panose="020B0606030504020204" pitchFamily="34" charset="0"/>
                <a:cs typeface="Open Sans" panose="020B0606030504020204" pitchFamily="34" charset="0"/>
              </a:rPr>
              <a:t>All sites should be prioritized in accordance with the following:</a:t>
            </a:r>
          </a:p>
        </p:txBody>
      </p:sp>
      <p:cxnSp>
        <p:nvCxnSpPr>
          <p:cNvPr id="20" name="Straight Arrow Connector 19">
            <a:extLst>
              <a:ext uri="{FF2B5EF4-FFF2-40B4-BE49-F238E27FC236}">
                <a16:creationId xmlns:a16="http://schemas.microsoft.com/office/drawing/2014/main" id="{9931F936-8D70-4C98-A2D2-BE55C537B821}"/>
              </a:ext>
            </a:extLst>
          </p:cNvPr>
          <p:cNvCxnSpPr>
            <a:cxnSpLocks/>
          </p:cNvCxnSpPr>
          <p:nvPr/>
        </p:nvCxnSpPr>
        <p:spPr>
          <a:xfrm>
            <a:off x="745172" y="2298714"/>
            <a:ext cx="0" cy="3297168"/>
          </a:xfrm>
          <a:prstGeom prst="straightConnector1">
            <a:avLst/>
          </a:prstGeom>
          <a:ln>
            <a:solidFill>
              <a:srgbClr val="43B02A"/>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22109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Approach and Key Activities</a:t>
            </a:r>
            <a:endParaRPr lang="en-US"/>
          </a:p>
        </p:txBody>
      </p:sp>
      <p:sp>
        <p:nvSpPr>
          <p:cNvPr id="4" name="Rectangle 3">
            <a:extLst>
              <a:ext uri="{FF2B5EF4-FFF2-40B4-BE49-F238E27FC236}">
                <a16:creationId xmlns:a16="http://schemas.microsoft.com/office/drawing/2014/main" id="{C77C280F-D2CF-4D0C-A92A-4E0D134C5E84}"/>
              </a:ext>
            </a:extLst>
          </p:cNvPr>
          <p:cNvSpPr/>
          <p:nvPr/>
        </p:nvSpPr>
        <p:spPr bwMode="gray">
          <a:xfrm>
            <a:off x="8080594" y="1896491"/>
            <a:ext cx="3342316" cy="422692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5" name="Rectangle 4">
            <a:extLst>
              <a:ext uri="{FF2B5EF4-FFF2-40B4-BE49-F238E27FC236}">
                <a16:creationId xmlns:a16="http://schemas.microsoft.com/office/drawing/2014/main" id="{033A0CE2-A0DE-4C48-B37D-721BCADD0704}"/>
              </a:ext>
            </a:extLst>
          </p:cNvPr>
          <p:cNvSpPr/>
          <p:nvPr/>
        </p:nvSpPr>
        <p:spPr bwMode="gray">
          <a:xfrm>
            <a:off x="4502908" y="1889257"/>
            <a:ext cx="3342316" cy="422692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F723E8B6-872E-45A4-B8EF-2EC36E9907EC}"/>
              </a:ext>
            </a:extLst>
          </p:cNvPr>
          <p:cNvSpPr/>
          <p:nvPr/>
        </p:nvSpPr>
        <p:spPr bwMode="gray">
          <a:xfrm>
            <a:off x="725774" y="1878413"/>
            <a:ext cx="3342316" cy="4237770"/>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7" name="Textfeld 235">
            <a:extLst>
              <a:ext uri="{FF2B5EF4-FFF2-40B4-BE49-F238E27FC236}">
                <a16:creationId xmlns:a16="http://schemas.microsoft.com/office/drawing/2014/main" id="{FF29B524-1775-4ED3-B10A-2E46CDF7CDCC}"/>
              </a:ext>
            </a:extLst>
          </p:cNvPr>
          <p:cNvSpPr txBox="1"/>
          <p:nvPr/>
        </p:nvSpPr>
        <p:spPr bwMode="gray">
          <a:xfrm>
            <a:off x="688204" y="3013538"/>
            <a:ext cx="3484338" cy="780118"/>
          </a:xfrm>
          <a:prstGeom prst="rect">
            <a:avLst/>
          </a:prstGeom>
          <a:noFill/>
        </p:spPr>
        <p:txBody>
          <a:bodyPr wrap="square" lIns="72000" tIns="36000" rIns="108000" bIns="72000" rtlCol="0" anchor="t" anchorCtr="0">
            <a:noAutofit/>
          </a:bodyPr>
          <a:lstStyle>
            <a:defPPr>
              <a:defRPr lang="de-DE"/>
            </a:defPPr>
            <a:lvl1pPr lvl="0" algn="ctr">
              <a:spcAft>
                <a:spcPts val="600"/>
              </a:spcAft>
              <a:defRPr sz="1200">
                <a:solidFill>
                  <a:prstClr val="black"/>
                </a:solidFill>
              </a:defRPr>
            </a:lvl1pPr>
          </a:lstStyle>
          <a:p>
            <a:pPr lvl="0">
              <a:defRPr/>
            </a:pPr>
            <a:r>
              <a:rPr lang="en-US" sz="1800" b="1">
                <a:latin typeface="+mj-lt"/>
                <a:ea typeface="Open Sans" panose="020B0606030504020204" pitchFamily="34" charset="0"/>
                <a:cs typeface="Open Sans" panose="020B0606030504020204" pitchFamily="34" charset="0"/>
              </a:rPr>
              <a:t>Identify app scope and </a:t>
            </a:r>
            <a:br>
              <a:rPr lang="en-US" sz="1800" b="1">
                <a:latin typeface="+mj-lt"/>
                <a:ea typeface="Open Sans" panose="020B0606030504020204" pitchFamily="34" charset="0"/>
                <a:cs typeface="Open Sans" panose="020B0606030504020204" pitchFamily="34" charset="0"/>
              </a:rPr>
            </a:br>
            <a:r>
              <a:rPr lang="en-US" sz="1800" b="1">
                <a:latin typeface="+mj-lt"/>
                <a:ea typeface="Open Sans" panose="020B0606030504020204" pitchFamily="34" charset="0"/>
                <a:cs typeface="Open Sans" panose="020B0606030504020204" pitchFamily="34" charset="0"/>
              </a:rPr>
              <a:t>evaluate risk</a:t>
            </a:r>
            <a:endParaRPr kumimoji="0" lang="en-US" sz="1800" b="1" i="0" u="none" strike="noStrike" kern="1200" cap="none" spc="0" normalizeH="0" baseline="0" noProof="0">
              <a:ln>
                <a:noFill/>
              </a:ln>
              <a:solidFill>
                <a:prstClr val="black"/>
              </a:solidFill>
              <a:effectLst/>
              <a:uLnTx/>
              <a:uFillTx/>
              <a:latin typeface="+mj-lt"/>
              <a:ea typeface="Open Sans" panose="020B0606030504020204" pitchFamily="34" charset="0"/>
              <a:cs typeface="Open Sans" panose="020B0606030504020204" pitchFamily="34" charset="0"/>
            </a:endParaRPr>
          </a:p>
        </p:txBody>
      </p:sp>
      <p:sp>
        <p:nvSpPr>
          <p:cNvPr id="8" name="Textfeld 235">
            <a:extLst>
              <a:ext uri="{FF2B5EF4-FFF2-40B4-BE49-F238E27FC236}">
                <a16:creationId xmlns:a16="http://schemas.microsoft.com/office/drawing/2014/main" id="{45B260BC-506A-4EFC-82AB-DD428FE92E47}"/>
              </a:ext>
            </a:extLst>
          </p:cNvPr>
          <p:cNvSpPr txBox="1"/>
          <p:nvPr/>
        </p:nvSpPr>
        <p:spPr bwMode="gray">
          <a:xfrm>
            <a:off x="4612022" y="2997782"/>
            <a:ext cx="3233202" cy="700996"/>
          </a:xfrm>
          <a:prstGeom prst="rect">
            <a:avLst/>
          </a:prstGeom>
          <a:noFill/>
        </p:spPr>
        <p:txBody>
          <a:bodyPr wrap="square" lIns="72000" tIns="36000" rIns="108000" bIns="72000" rtlCol="0" anchor="t" anchorCtr="0">
            <a:noAutofit/>
          </a:bodyPr>
          <a:lstStyle>
            <a:defPPr>
              <a:defRPr lang="de-DE"/>
            </a:defPPr>
            <a:lvl1pPr lvl="0" algn="ctr">
              <a:spcAft>
                <a:spcPts val="600"/>
              </a:spcAft>
              <a:defRPr sz="1200">
                <a:solidFill>
                  <a:prstClr val="black"/>
                </a:solidFill>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800" b="1">
                <a:latin typeface="+mj-lt"/>
                <a:ea typeface="Open Sans" panose="020B0606030504020204" pitchFamily="34" charset="0"/>
                <a:cs typeface="Open Sans" panose="020B0606030504020204" pitchFamily="34" charset="0"/>
              </a:rPr>
              <a:t>Onboarding by </a:t>
            </a:r>
            <a:r>
              <a:rPr kumimoji="0" lang="en-US" sz="1800" b="1" i="0" u="none" strike="noStrike" kern="1200" cap="none" spc="0" normalizeH="0" baseline="0" noProof="0">
                <a:ln>
                  <a:noFill/>
                </a:ln>
                <a:solidFill>
                  <a:prstClr val="black"/>
                </a:solidFill>
                <a:effectLst/>
                <a:uLnTx/>
                <a:uFillTx/>
                <a:latin typeface="+mj-lt"/>
                <a:ea typeface="Open Sans" panose="020B0606030504020204" pitchFamily="34" charset="0"/>
                <a:cs typeface="Open Sans" panose="020B0606030504020204" pitchFamily="34" charset="0"/>
              </a:rPr>
              <a:t>One Trust Cookie Admin team</a:t>
            </a:r>
          </a:p>
        </p:txBody>
      </p:sp>
      <p:grpSp>
        <p:nvGrpSpPr>
          <p:cNvPr id="9" name="Group 8">
            <a:extLst>
              <a:ext uri="{FF2B5EF4-FFF2-40B4-BE49-F238E27FC236}">
                <a16:creationId xmlns:a16="http://schemas.microsoft.com/office/drawing/2014/main" id="{8C7055F7-C913-4DFB-9267-AF264B5971E5}"/>
              </a:ext>
            </a:extLst>
          </p:cNvPr>
          <p:cNvGrpSpPr/>
          <p:nvPr/>
        </p:nvGrpSpPr>
        <p:grpSpPr>
          <a:xfrm>
            <a:off x="2103295" y="1609252"/>
            <a:ext cx="741974" cy="787157"/>
            <a:chOff x="-98289" y="1355151"/>
            <a:chExt cx="741974" cy="787157"/>
          </a:xfrm>
        </p:grpSpPr>
        <p:sp>
          <p:nvSpPr>
            <p:cNvPr id="10" name="Oval 9">
              <a:extLst>
                <a:ext uri="{FF2B5EF4-FFF2-40B4-BE49-F238E27FC236}">
                  <a16:creationId xmlns:a16="http://schemas.microsoft.com/office/drawing/2014/main" id="{C061D6AB-C5C3-44E0-8B51-B9660EEEDAC4}"/>
                </a:ext>
              </a:extLst>
            </p:cNvPr>
            <p:cNvSpPr/>
            <p:nvPr/>
          </p:nvSpPr>
          <p:spPr bwMode="gray">
            <a:xfrm>
              <a:off x="-98289" y="1355151"/>
              <a:ext cx="741974" cy="787157"/>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1" name="TextBox 10">
              <a:extLst>
                <a:ext uri="{FF2B5EF4-FFF2-40B4-BE49-F238E27FC236}">
                  <a16:creationId xmlns:a16="http://schemas.microsoft.com/office/drawing/2014/main" id="{ECAA053D-E166-471A-8144-C3523B41344F}"/>
                </a:ext>
              </a:extLst>
            </p:cNvPr>
            <p:cNvSpPr txBox="1"/>
            <p:nvPr/>
          </p:nvSpPr>
          <p:spPr>
            <a:xfrm>
              <a:off x="133547" y="1406839"/>
              <a:ext cx="51013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1</a:t>
              </a:r>
            </a:p>
          </p:txBody>
        </p:sp>
      </p:grpSp>
      <p:sp>
        <p:nvSpPr>
          <p:cNvPr id="12" name="Textfeld 235">
            <a:extLst>
              <a:ext uri="{FF2B5EF4-FFF2-40B4-BE49-F238E27FC236}">
                <a16:creationId xmlns:a16="http://schemas.microsoft.com/office/drawing/2014/main" id="{B90BD32C-AD8F-4271-840C-638288EC6494}"/>
              </a:ext>
            </a:extLst>
          </p:cNvPr>
          <p:cNvSpPr txBox="1"/>
          <p:nvPr/>
        </p:nvSpPr>
        <p:spPr bwMode="gray">
          <a:xfrm>
            <a:off x="8197967" y="2788830"/>
            <a:ext cx="3058234" cy="909948"/>
          </a:xfrm>
          <a:prstGeom prst="rect">
            <a:avLst/>
          </a:prstGeom>
          <a:noFill/>
        </p:spPr>
        <p:txBody>
          <a:bodyPr wrap="square" lIns="72000" tIns="36000" rIns="108000" bIns="72000" rtlCol="0" anchor="t" anchorCtr="0">
            <a:noAutofit/>
          </a:bodyPr>
          <a:lstStyle>
            <a:defPPr>
              <a:defRPr lang="de-DE"/>
            </a:defPPr>
            <a:lvl1pPr lvl="0" algn="ctr">
              <a:spcAft>
                <a:spcPts val="600"/>
              </a:spcAft>
              <a:defRPr sz="1200">
                <a:solidFill>
                  <a:prstClr val="black"/>
                </a:solidFill>
              </a:defRPr>
            </a:lvl1p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b="1" i="0" u="none" strike="noStrike" kern="1200" cap="none" spc="0" normalizeH="0" baseline="0" noProof="0">
              <a:ln>
                <a:noFill/>
              </a:ln>
              <a:solidFill>
                <a:prstClr val="black"/>
              </a:solidFill>
              <a:effectLst/>
              <a:uLnTx/>
              <a:uFillTx/>
              <a:latin typeface="+mj-lt"/>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lang="en-US" sz="1800" b="1">
                <a:latin typeface="+mj-lt"/>
                <a:ea typeface="Open Sans" panose="020B0606030504020204" pitchFamily="34" charset="0"/>
                <a:cs typeface="Open Sans" panose="020B0606030504020204" pitchFamily="34" charset="0"/>
              </a:rPr>
              <a:t>Remediate/Report</a:t>
            </a:r>
            <a:endParaRPr kumimoji="0" lang="en-US" b="0" i="0" u="none" strike="noStrike" kern="1200" cap="none" spc="0" normalizeH="0" baseline="0" noProof="0">
              <a:ln>
                <a:noFill/>
              </a:ln>
              <a:solidFill>
                <a:prstClr val="black"/>
              </a:solidFill>
              <a:effectLst/>
              <a:uLnTx/>
              <a:uFillTx/>
              <a:latin typeface="+mj-lt"/>
              <a:ea typeface="Open Sans" panose="020B0606030504020204" pitchFamily="34" charset="0"/>
              <a:cs typeface="Open Sans" panose="020B0606030504020204" pitchFamily="34" charset="0"/>
            </a:endParaRPr>
          </a:p>
        </p:txBody>
      </p:sp>
      <p:sp>
        <p:nvSpPr>
          <p:cNvPr id="13" name="Rectangle 12">
            <a:extLst>
              <a:ext uri="{FF2B5EF4-FFF2-40B4-BE49-F238E27FC236}">
                <a16:creationId xmlns:a16="http://schemas.microsoft.com/office/drawing/2014/main" id="{DF5D32D6-AB57-4D7D-91C0-CB47527B14D5}"/>
              </a:ext>
            </a:extLst>
          </p:cNvPr>
          <p:cNvSpPr/>
          <p:nvPr/>
        </p:nvSpPr>
        <p:spPr>
          <a:xfrm>
            <a:off x="926217" y="3848075"/>
            <a:ext cx="3026814" cy="2164706"/>
          </a:xfrm>
          <a:prstGeom prst="rect">
            <a:avLst/>
          </a:prstGeom>
        </p:spPr>
        <p:txBody>
          <a:bodyPr wrap="square" lIns="91440" tIns="45720" rIns="91440" bIns="45720" anchor="t" anchorCtr="0">
            <a:noAutofit/>
          </a:bodyPr>
          <a:lstStyle/>
          <a:p>
            <a:pPr marL="171450" indent="-171450" defTabSz="1219170">
              <a:spcBef>
                <a:spcPts val="1200"/>
              </a:spcBef>
              <a:buSzPct val="100000"/>
              <a:buFont typeface="Arial" panose="020B0604020202020204" pitchFamily="34" charset="0"/>
              <a:buChar char="•"/>
            </a:pPr>
            <a:r>
              <a:rPr lang="en-US" sz="1400">
                <a:latin typeface="+mj-lt"/>
                <a:ea typeface="Open Sans" panose="020B0606030504020204" pitchFamily="34" charset="0"/>
                <a:cs typeface="Open Sans" panose="020B0606030504020204" pitchFamily="34" charset="0"/>
              </a:rPr>
              <a:t>All US managed/owned applications (web and mobile) </a:t>
            </a:r>
          </a:p>
          <a:p>
            <a:pPr marL="171450" indent="-171450" defTabSz="1219170">
              <a:spcBef>
                <a:spcPts val="1200"/>
              </a:spcBef>
              <a:buSzPct val="100000"/>
              <a:buFont typeface="Arial" panose="020B0604020202020204" pitchFamily="34" charset="0"/>
              <a:buChar char="•"/>
            </a:pPr>
            <a:r>
              <a:rPr lang="en-US" sz="1400" b="1">
                <a:latin typeface="+mj-lt"/>
                <a:ea typeface="Open Sans" panose="020B0606030504020204" pitchFamily="34" charset="0"/>
                <a:cs typeface="Open Sans" panose="020B0606030504020204" pitchFamily="34" charset="0"/>
              </a:rPr>
              <a:t>Phase 1: </a:t>
            </a:r>
            <a:r>
              <a:rPr lang="en-US" sz="1400">
                <a:latin typeface="+mj-lt"/>
                <a:ea typeface="Open Sans" panose="020B0606030504020204" pitchFamily="34" charset="0"/>
                <a:cs typeface="Open Sans" panose="020B0606030504020204" pitchFamily="34" charset="0"/>
              </a:rPr>
              <a:t>EU/UK userbase</a:t>
            </a:r>
          </a:p>
          <a:p>
            <a:pPr marL="184150" lvl="1" indent="-171450" defTabSz="1219170">
              <a:spcBef>
                <a:spcPts val="1200"/>
              </a:spcBef>
              <a:buSzPct val="100000"/>
              <a:buFont typeface="Arial" panose="020B0604020202020204" pitchFamily="34" charset="0"/>
              <a:buChar char="•"/>
            </a:pPr>
            <a:r>
              <a:rPr lang="en-US" sz="1400" b="1">
                <a:latin typeface="+mj-lt"/>
                <a:ea typeface="Open Sans" panose="020B0606030504020204" pitchFamily="34" charset="0"/>
                <a:cs typeface="Open Sans" panose="020B0606030504020204" pitchFamily="34" charset="0"/>
              </a:rPr>
              <a:t>Phase 2: </a:t>
            </a:r>
            <a:r>
              <a:rPr lang="en-US" sz="1400">
                <a:latin typeface="+mj-lt"/>
                <a:ea typeface="Open Sans" panose="020B0606030504020204" pitchFamily="34" charset="0"/>
                <a:cs typeface="Open Sans" panose="020B0606030504020204" pitchFamily="34" charset="0"/>
              </a:rPr>
              <a:t>US and other member firms</a:t>
            </a:r>
          </a:p>
        </p:txBody>
      </p:sp>
      <p:sp>
        <p:nvSpPr>
          <p:cNvPr id="14" name="Rectangle 13">
            <a:extLst>
              <a:ext uri="{FF2B5EF4-FFF2-40B4-BE49-F238E27FC236}">
                <a16:creationId xmlns:a16="http://schemas.microsoft.com/office/drawing/2014/main" id="{E78127BE-2FE8-476C-82C7-003BE00DEDEF}"/>
              </a:ext>
            </a:extLst>
          </p:cNvPr>
          <p:cNvSpPr/>
          <p:nvPr/>
        </p:nvSpPr>
        <p:spPr>
          <a:xfrm>
            <a:off x="4784085" y="3848075"/>
            <a:ext cx="2943828" cy="2071498"/>
          </a:xfrm>
          <a:prstGeom prst="rect">
            <a:avLst/>
          </a:prstGeom>
        </p:spPr>
        <p:txBody>
          <a:bodyPr wrap="square" anchor="t">
            <a:noAutofit/>
          </a:bodyPr>
          <a:lstStyle/>
          <a:p>
            <a:pPr marL="285750" indent="-285750">
              <a:buFont typeface="Arial" panose="020B0604020202020204" pitchFamily="34" charset="0"/>
              <a:buChar char="•"/>
              <a:defRPr/>
            </a:pPr>
            <a:r>
              <a:rPr lang="en-US" sz="1400">
                <a:solidFill>
                  <a:srgbClr val="000000"/>
                </a:solidFill>
                <a:latin typeface="+mj-lt"/>
                <a:ea typeface="Open Sans" panose="020B0606030504020204" pitchFamily="34" charset="0"/>
                <a:cs typeface="Open Sans" panose="020B0606030504020204" pitchFamily="34" charset="0"/>
              </a:rPr>
              <a:t>Leverage </a:t>
            </a:r>
            <a:r>
              <a:rPr lang="en-US" sz="1400" err="1">
                <a:solidFill>
                  <a:srgbClr val="000000"/>
                </a:solidFill>
                <a:latin typeface="+mj-lt"/>
                <a:ea typeface="Open Sans" panose="020B0606030504020204" pitchFamily="34" charset="0"/>
                <a:cs typeface="Open Sans" panose="020B0606030504020204" pitchFamily="34" charset="0"/>
              </a:rPr>
              <a:t>OneTrust</a:t>
            </a:r>
            <a:r>
              <a:rPr lang="en-US" sz="1400">
                <a:solidFill>
                  <a:srgbClr val="000000"/>
                </a:solidFill>
                <a:latin typeface="+mj-lt"/>
                <a:ea typeface="Open Sans" panose="020B0606030504020204" pitchFamily="34" charset="0"/>
                <a:cs typeface="Open Sans" panose="020B0606030504020204" pitchFamily="34" charset="0"/>
              </a:rPr>
              <a:t> to register applications.</a:t>
            </a:r>
          </a:p>
          <a:p>
            <a:pPr marL="285750" indent="-285750">
              <a:buFont typeface="Arial" panose="020B0604020202020204" pitchFamily="34" charset="0"/>
              <a:buChar char="•"/>
              <a:defRPr/>
            </a:pPr>
            <a:r>
              <a:rPr lang="en-US" sz="1400">
                <a:solidFill>
                  <a:srgbClr val="000000"/>
                </a:solidFill>
                <a:latin typeface="+mj-lt"/>
                <a:ea typeface="Open Sans" panose="020B0606030504020204" pitchFamily="34" charset="0"/>
                <a:cs typeface="Open Sans" panose="020B0606030504020204" pitchFamily="34" charset="0"/>
              </a:rPr>
              <a:t>Perform  cookie scans and cookies categorization</a:t>
            </a:r>
          </a:p>
          <a:p>
            <a:pPr marL="285750" indent="-285750">
              <a:buFont typeface="Arial" panose="020B0604020202020204" pitchFamily="34" charset="0"/>
              <a:buChar char="•"/>
              <a:defRPr/>
            </a:pPr>
            <a:r>
              <a:rPr lang="en-US" sz="1400">
                <a:solidFill>
                  <a:srgbClr val="000000"/>
                </a:solidFill>
                <a:latin typeface="+mj-lt"/>
                <a:ea typeface="Open Sans" panose="020B0606030504020204" pitchFamily="34" charset="0"/>
                <a:cs typeface="Open Sans" panose="020B0606030504020204" pitchFamily="34" charset="0"/>
              </a:rPr>
              <a:t>Provide code snippets for non-production and production environments to app teams</a:t>
            </a:r>
          </a:p>
        </p:txBody>
      </p:sp>
      <p:sp>
        <p:nvSpPr>
          <p:cNvPr id="15" name="Rectangle 14">
            <a:extLst>
              <a:ext uri="{FF2B5EF4-FFF2-40B4-BE49-F238E27FC236}">
                <a16:creationId xmlns:a16="http://schemas.microsoft.com/office/drawing/2014/main" id="{44BD58EE-7848-499C-BE66-015114424310}"/>
              </a:ext>
            </a:extLst>
          </p:cNvPr>
          <p:cNvSpPr/>
          <p:nvPr/>
        </p:nvSpPr>
        <p:spPr>
          <a:xfrm>
            <a:off x="8206706" y="3848075"/>
            <a:ext cx="3049495" cy="2077492"/>
          </a:xfrm>
          <a:prstGeom prst="rect">
            <a:avLst/>
          </a:prstGeom>
        </p:spPr>
        <p:txBody>
          <a:bodyPr wrap="square" lIns="91440" tIns="0" rIns="91440" bIns="45720" anchor="t">
            <a:spAutoFit/>
          </a:bodyPr>
          <a:lstStyle/>
          <a:p>
            <a:pPr marL="298450" lvl="1" indent="-285750" defTabSz="1219170">
              <a:spcBef>
                <a:spcPts val="1200"/>
              </a:spcBef>
              <a:buSzPct val="100000"/>
              <a:buFont typeface="Arial" panose="020B0604020202020204" pitchFamily="34" charset="0"/>
              <a:buChar char="•"/>
            </a:pPr>
            <a:r>
              <a:rPr lang="en-US" sz="1400">
                <a:latin typeface="+mj-lt"/>
                <a:ea typeface="Open Sans" panose="020B0606030504020204" pitchFamily="34" charset="0"/>
                <a:cs typeface="Open Sans" panose="020B0606030504020204" pitchFamily="34" charset="0"/>
              </a:rPr>
              <a:t>Classify each app/site </a:t>
            </a:r>
            <a:r>
              <a:rPr lang="en-US" sz="1400">
                <a:solidFill>
                  <a:srgbClr val="000000"/>
                </a:solidFill>
                <a:latin typeface="+mj-lt"/>
                <a:ea typeface="Open Sans" panose="020B0606030504020204" pitchFamily="34" charset="0"/>
                <a:cs typeface="Open Sans" panose="020B0606030504020204" pitchFamily="34" charset="0"/>
              </a:rPr>
              <a:t>using the risk prioritization model</a:t>
            </a:r>
          </a:p>
          <a:p>
            <a:pPr marL="298450" lvl="1" indent="-285750" defTabSz="1219170">
              <a:spcBef>
                <a:spcPts val="1200"/>
              </a:spcBef>
              <a:buSzPct val="100000"/>
              <a:buFont typeface="Arial" panose="020B0604020202020204" pitchFamily="34" charset="0"/>
              <a:buChar char="•"/>
            </a:pPr>
            <a:r>
              <a:rPr lang="en-US" sz="1400">
                <a:latin typeface="+mj-lt"/>
                <a:ea typeface="Open Sans" panose="020B0606030504020204" pitchFamily="34" charset="0"/>
                <a:cs typeface="Open Sans" panose="020B0606030504020204" pitchFamily="34" charset="0"/>
              </a:rPr>
              <a:t>Implement cookie banner, cookie notice and test application functionality</a:t>
            </a:r>
          </a:p>
          <a:p>
            <a:pPr marL="298450" lvl="1" indent="-285750" defTabSz="1219170">
              <a:spcBef>
                <a:spcPts val="1200"/>
              </a:spcBef>
              <a:buSzPct val="100000"/>
              <a:buFont typeface="Arial" panose="020B0604020202020204" pitchFamily="34" charset="0"/>
              <a:buChar char="•"/>
            </a:pPr>
            <a:r>
              <a:rPr lang="en-US" sz="1400">
                <a:solidFill>
                  <a:srgbClr val="000000"/>
                </a:solidFill>
                <a:latin typeface="+mj-lt"/>
                <a:ea typeface="Open Sans" panose="020B0606030504020204" pitchFamily="34" charset="0"/>
                <a:cs typeface="Open Sans" panose="020B0606030504020204" pitchFamily="34" charset="0"/>
              </a:rPr>
              <a:t>Monitor and ensure cookie consent reporting available to US Privacy (and regulators if needed)</a:t>
            </a:r>
          </a:p>
        </p:txBody>
      </p:sp>
      <p:grpSp>
        <p:nvGrpSpPr>
          <p:cNvPr id="16" name="Group 15">
            <a:extLst>
              <a:ext uri="{FF2B5EF4-FFF2-40B4-BE49-F238E27FC236}">
                <a16:creationId xmlns:a16="http://schemas.microsoft.com/office/drawing/2014/main" id="{8AE3F3BA-DF46-4996-9D73-5F932638454B}"/>
              </a:ext>
            </a:extLst>
          </p:cNvPr>
          <p:cNvGrpSpPr/>
          <p:nvPr/>
        </p:nvGrpSpPr>
        <p:grpSpPr>
          <a:xfrm>
            <a:off x="5725013" y="1575137"/>
            <a:ext cx="741974" cy="787157"/>
            <a:chOff x="-98289" y="1355151"/>
            <a:chExt cx="741974" cy="787157"/>
          </a:xfrm>
        </p:grpSpPr>
        <p:sp>
          <p:nvSpPr>
            <p:cNvPr id="17" name="Oval 16">
              <a:extLst>
                <a:ext uri="{FF2B5EF4-FFF2-40B4-BE49-F238E27FC236}">
                  <a16:creationId xmlns:a16="http://schemas.microsoft.com/office/drawing/2014/main" id="{D955F372-3C69-46FA-B6B5-21E17EB659BF}"/>
                </a:ext>
              </a:extLst>
            </p:cNvPr>
            <p:cNvSpPr/>
            <p:nvPr/>
          </p:nvSpPr>
          <p:spPr bwMode="gray">
            <a:xfrm>
              <a:off x="-98289" y="1355151"/>
              <a:ext cx="741974" cy="787157"/>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19" name="TextBox 18">
              <a:extLst>
                <a:ext uri="{FF2B5EF4-FFF2-40B4-BE49-F238E27FC236}">
                  <a16:creationId xmlns:a16="http://schemas.microsoft.com/office/drawing/2014/main" id="{21EAFD1B-3635-42A3-A453-C5837E76CCFE}"/>
                </a:ext>
              </a:extLst>
            </p:cNvPr>
            <p:cNvSpPr txBox="1"/>
            <p:nvPr/>
          </p:nvSpPr>
          <p:spPr>
            <a:xfrm>
              <a:off x="133547" y="1406839"/>
              <a:ext cx="51013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2</a:t>
              </a:r>
            </a:p>
          </p:txBody>
        </p:sp>
      </p:grpSp>
      <p:grpSp>
        <p:nvGrpSpPr>
          <p:cNvPr id="20" name="Group 19">
            <a:extLst>
              <a:ext uri="{FF2B5EF4-FFF2-40B4-BE49-F238E27FC236}">
                <a16:creationId xmlns:a16="http://schemas.microsoft.com/office/drawing/2014/main" id="{B1766235-8DE4-4C4B-A418-DA2619C78899}"/>
              </a:ext>
            </a:extLst>
          </p:cNvPr>
          <p:cNvGrpSpPr/>
          <p:nvPr/>
        </p:nvGrpSpPr>
        <p:grpSpPr>
          <a:xfrm>
            <a:off x="9380765" y="1575136"/>
            <a:ext cx="741974" cy="787157"/>
            <a:chOff x="-98289" y="1355151"/>
            <a:chExt cx="741974" cy="787157"/>
          </a:xfrm>
        </p:grpSpPr>
        <p:sp>
          <p:nvSpPr>
            <p:cNvPr id="21" name="Oval 20">
              <a:extLst>
                <a:ext uri="{FF2B5EF4-FFF2-40B4-BE49-F238E27FC236}">
                  <a16:creationId xmlns:a16="http://schemas.microsoft.com/office/drawing/2014/main" id="{80144FCD-31DB-4483-9B9C-075D445314ED}"/>
                </a:ext>
              </a:extLst>
            </p:cNvPr>
            <p:cNvSpPr/>
            <p:nvPr/>
          </p:nvSpPr>
          <p:spPr bwMode="gray">
            <a:xfrm>
              <a:off x="-98289" y="1355151"/>
              <a:ext cx="741974" cy="787157"/>
            </a:xfrm>
            <a:prstGeom prst="ellipse">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22" name="TextBox 21">
              <a:extLst>
                <a:ext uri="{FF2B5EF4-FFF2-40B4-BE49-F238E27FC236}">
                  <a16:creationId xmlns:a16="http://schemas.microsoft.com/office/drawing/2014/main" id="{5E3881F0-E497-4824-897F-DEE027C4B110}"/>
                </a:ext>
              </a:extLst>
            </p:cNvPr>
            <p:cNvSpPr txBox="1"/>
            <p:nvPr/>
          </p:nvSpPr>
          <p:spPr>
            <a:xfrm>
              <a:off x="133547" y="1406839"/>
              <a:ext cx="510138" cy="61555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rPr>
                <a:t>3</a:t>
              </a:r>
            </a:p>
          </p:txBody>
        </p:sp>
      </p:grpSp>
      <p:sp>
        <p:nvSpPr>
          <p:cNvPr id="23" name="Text Placeholder 3">
            <a:extLst>
              <a:ext uri="{FF2B5EF4-FFF2-40B4-BE49-F238E27FC236}">
                <a16:creationId xmlns:a16="http://schemas.microsoft.com/office/drawing/2014/main" id="{9C6DE37C-C8D0-4737-8361-7097CE138F81}"/>
              </a:ext>
            </a:extLst>
          </p:cNvPr>
          <p:cNvSpPr txBox="1">
            <a:spLocks/>
          </p:cNvSpPr>
          <p:nvPr/>
        </p:nvSpPr>
        <p:spPr bwMode="gray">
          <a:xfrm>
            <a:off x="708726" y="800513"/>
            <a:ext cx="10908054" cy="449662"/>
          </a:xfrm>
          <a:prstGeom prst="rect">
            <a:avLst/>
          </a:prstGeom>
          <a:ln>
            <a:noFill/>
          </a:ln>
        </p:spPr>
        <p:txBody>
          <a:bodyPr vert="horz" lIns="91440" tIns="91440" rIns="0" bIns="0" rtlCol="0" anchor="t" anchorCtr="0">
            <a:noAutofit/>
          </a:bodyPr>
          <a:lstStyle/>
          <a:p>
            <a:pPr algn="just"/>
            <a:r>
              <a:rPr lang="en-US">
                <a:latin typeface="+mj-lt"/>
                <a:ea typeface="Open Sans" panose="020B0606030504020204" pitchFamily="34" charset="0"/>
                <a:cs typeface="Open Sans" panose="020B0606030504020204" pitchFamily="34" charset="0"/>
              </a:rPr>
              <a:t>The Cookie Consent program has been initiated to establish standards (in collaboration with both Global and US Privacy), evaluate organizational risk, provide tools and resources to assist and accelerate mitigation efforts.</a:t>
            </a:r>
          </a:p>
        </p:txBody>
      </p:sp>
    </p:spTree>
    <p:extLst>
      <p:ext uri="{BB962C8B-B14F-4D97-AF65-F5344CB8AC3E}">
        <p14:creationId xmlns:p14="http://schemas.microsoft.com/office/powerpoint/2010/main" val="38096689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mn-lt"/>
              </a:rPr>
              <a:t>Meet the Teams! </a:t>
            </a:r>
          </a:p>
        </p:txBody>
      </p:sp>
    </p:spTree>
    <p:extLst>
      <p:ext uri="{BB962C8B-B14F-4D97-AF65-F5344CB8AC3E}">
        <p14:creationId xmlns:p14="http://schemas.microsoft.com/office/powerpoint/2010/main" val="9484528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Cookie Program Teams</a:t>
            </a:r>
            <a:endParaRPr lang="en-US"/>
          </a:p>
        </p:txBody>
      </p:sp>
      <p:sp>
        <p:nvSpPr>
          <p:cNvPr id="24" name="AutoShape 12">
            <a:extLst>
              <a:ext uri="{FF2B5EF4-FFF2-40B4-BE49-F238E27FC236}">
                <a16:creationId xmlns:a16="http://schemas.microsoft.com/office/drawing/2014/main" id="{EDF876FF-27A9-4184-B283-18717A5D5F6D}"/>
              </a:ext>
            </a:extLst>
          </p:cNvPr>
          <p:cNvSpPr>
            <a:spLocks noChangeArrowheads="1"/>
          </p:cNvSpPr>
          <p:nvPr/>
        </p:nvSpPr>
        <p:spPr bwMode="auto">
          <a:xfrm rot="5400000">
            <a:off x="4897140" y="-524100"/>
            <a:ext cx="2296012" cy="9639167"/>
          </a:xfrm>
          <a:prstGeom prst="homePlate">
            <a:avLst>
              <a:gd name="adj" fmla="val 100000"/>
            </a:avLst>
          </a:prstGeom>
          <a:solidFill>
            <a:srgbClr val="F2F2F2"/>
          </a:solidFill>
          <a:ln w="6350" algn="ctr">
            <a:noFill/>
            <a:miter lim="800000"/>
            <a:headEnd/>
            <a:tailEnd/>
          </a:ln>
        </p:spPr>
        <p:txBody>
          <a:bodyPr wrap="square" lIns="65303" tIns="65303" rIns="65303" bIns="65303" anchor="ctr"/>
          <a:lstStyle/>
          <a:p>
            <a:pPr marL="0" marR="0" lvl="0" indent="0" algn="ctr" defTabSz="671718" rtl="0" eaLnBrk="1" fontAlgn="base" latinLnBrk="0" hangingPunct="1">
              <a:lnSpc>
                <a:spcPct val="100000"/>
              </a:lnSpc>
              <a:spcBef>
                <a:spcPct val="0"/>
              </a:spcBef>
              <a:spcAft>
                <a:spcPct val="0"/>
              </a:spcAft>
              <a:buClrTx/>
              <a:buSzTx/>
              <a:buFontTx/>
              <a:buNone/>
              <a:tabLst/>
              <a:defRPr/>
            </a:pPr>
            <a:endParaRPr kumimoji="0" lang="en-US" sz="1028" b="0" i="0" u="none" strike="noStrike" kern="1200" cap="none" spc="0" normalizeH="0" baseline="0" noProof="0">
              <a:ln>
                <a:noFill/>
              </a:ln>
              <a:solidFill>
                <a:srgbClr val="343434"/>
              </a:solidFill>
              <a:effectLst/>
              <a:uLnTx/>
              <a:uFillTx/>
              <a:latin typeface="Gotham Book" charset="0"/>
              <a:ea typeface="ヒラギノ角ゴ ProN W3" charset="0"/>
              <a:cs typeface="+mn-cs"/>
              <a:sym typeface="Gotham Book" charset="0"/>
            </a:endParaRPr>
          </a:p>
        </p:txBody>
      </p:sp>
      <p:sp>
        <p:nvSpPr>
          <p:cNvPr id="36" name="Text Placeholder 3">
            <a:extLst>
              <a:ext uri="{FF2B5EF4-FFF2-40B4-BE49-F238E27FC236}">
                <a16:creationId xmlns:a16="http://schemas.microsoft.com/office/drawing/2014/main" id="{9CD1EAE9-761E-42F0-9499-E7646510AF7B}"/>
              </a:ext>
            </a:extLst>
          </p:cNvPr>
          <p:cNvSpPr txBox="1">
            <a:spLocks/>
          </p:cNvSpPr>
          <p:nvPr/>
        </p:nvSpPr>
        <p:spPr bwMode="gray">
          <a:xfrm>
            <a:off x="349130" y="790195"/>
            <a:ext cx="10908054" cy="449662"/>
          </a:xfrm>
          <a:prstGeom prst="rect">
            <a:avLst/>
          </a:prstGeom>
          <a:ln>
            <a:noFill/>
          </a:ln>
        </p:spPr>
        <p:txBody>
          <a:bodyPr vert="horz" lIns="91440" tIns="91440" rIns="0" bIns="0" rtlCol="0" anchor="t" anchorCtr="0">
            <a:noAutofit/>
          </a:bodyPr>
          <a:lstStyle/>
          <a:p>
            <a:endParaRPr lang="en-US" sz="2400" b="1">
              <a:latin typeface="+mj-lt"/>
              <a:ea typeface="Open Sans" panose="020B0606030504020204" pitchFamily="34" charset="0"/>
              <a:cs typeface="Open Sans" panose="020B0606030504020204" pitchFamily="34" charset="0"/>
            </a:endParaRPr>
          </a:p>
        </p:txBody>
      </p:sp>
      <p:sp>
        <p:nvSpPr>
          <p:cNvPr id="7" name="Oval 6">
            <a:extLst>
              <a:ext uri="{FF2B5EF4-FFF2-40B4-BE49-F238E27FC236}">
                <a16:creationId xmlns:a16="http://schemas.microsoft.com/office/drawing/2014/main" id="{7121F5B0-A632-4F30-AF30-1418BD8EE4F2}"/>
              </a:ext>
            </a:extLst>
          </p:cNvPr>
          <p:cNvSpPr/>
          <p:nvPr/>
        </p:nvSpPr>
        <p:spPr>
          <a:xfrm>
            <a:off x="551509" y="1141419"/>
            <a:ext cx="2881692" cy="900846"/>
          </a:xfrm>
          <a:prstGeom prst="ellipse">
            <a:avLst/>
          </a:prstGeom>
          <a:solidFill>
            <a:srgbClr val="00B05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10000"/>
              </a:lnSpc>
            </a:pPr>
            <a:r>
              <a:rPr lang="en-GB" b="1">
                <a:solidFill>
                  <a:schemeClr val="bg1"/>
                </a:solidFill>
              </a:rPr>
              <a:t> GTS  Cookie Program</a:t>
            </a:r>
            <a:endParaRPr lang="en-GB" sz="1100">
              <a:solidFill>
                <a:schemeClr val="bg1"/>
              </a:solidFill>
            </a:endParaRPr>
          </a:p>
        </p:txBody>
      </p:sp>
      <p:sp>
        <p:nvSpPr>
          <p:cNvPr id="2" name="Arrow: Down 1">
            <a:extLst>
              <a:ext uri="{FF2B5EF4-FFF2-40B4-BE49-F238E27FC236}">
                <a16:creationId xmlns:a16="http://schemas.microsoft.com/office/drawing/2014/main" id="{D50DD169-3473-4EC9-A8D1-E7D30844282A}"/>
              </a:ext>
            </a:extLst>
          </p:cNvPr>
          <p:cNvSpPr/>
          <p:nvPr/>
        </p:nvSpPr>
        <p:spPr bwMode="gray">
          <a:xfrm>
            <a:off x="1889760" y="2042265"/>
            <a:ext cx="45719" cy="302804"/>
          </a:xfrm>
          <a:prstGeom prst="downArrow">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4" name="TextBox 3">
            <a:extLst>
              <a:ext uri="{FF2B5EF4-FFF2-40B4-BE49-F238E27FC236}">
                <a16:creationId xmlns:a16="http://schemas.microsoft.com/office/drawing/2014/main" id="{E5263309-A2A0-49F6-9151-C8A4A1CD453B}"/>
              </a:ext>
            </a:extLst>
          </p:cNvPr>
          <p:cNvSpPr txBox="1"/>
          <p:nvPr/>
        </p:nvSpPr>
        <p:spPr>
          <a:xfrm>
            <a:off x="653143" y="2473234"/>
            <a:ext cx="2780058" cy="1661993"/>
          </a:xfrm>
          <a:prstGeom prst="rect">
            <a:avLst/>
          </a:prstGeom>
          <a:noFill/>
        </p:spPr>
        <p:txBody>
          <a:bodyPr wrap="square" lIns="0" tIns="0" rIns="0" bIns="0" rtlCol="0">
            <a:spAutoFit/>
          </a:bodyPr>
          <a:lstStyle/>
          <a:p>
            <a:pPr algn="ctr">
              <a:spcBef>
                <a:spcPts val="600"/>
              </a:spcBef>
              <a:buSzPct val="100000"/>
            </a:pPr>
            <a:r>
              <a:rPr lang="en-US" b="1">
                <a:solidFill>
                  <a:srgbClr val="313131"/>
                </a:solidFill>
              </a:rPr>
              <a:t>Procured third-party SaaS application  “One Trust”.  This will be the tool used by all member firms to manage - Cookie Categorization and Cookie Consent Banners</a:t>
            </a:r>
          </a:p>
        </p:txBody>
      </p:sp>
      <p:cxnSp>
        <p:nvCxnSpPr>
          <p:cNvPr id="6" name="Straight Arrow Connector 5">
            <a:extLst>
              <a:ext uri="{FF2B5EF4-FFF2-40B4-BE49-F238E27FC236}">
                <a16:creationId xmlns:a16="http://schemas.microsoft.com/office/drawing/2014/main" id="{AAFB0948-7CF8-49E9-A065-1EDAAC41B38F}"/>
              </a:ext>
            </a:extLst>
          </p:cNvPr>
          <p:cNvCxnSpPr>
            <a:stCxn id="7" idx="6"/>
          </p:cNvCxnSpPr>
          <p:nvPr/>
        </p:nvCxnSpPr>
        <p:spPr>
          <a:xfrm flipV="1">
            <a:off x="3433201" y="1141419"/>
            <a:ext cx="5510502" cy="4504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4529482D-43A9-406A-8A93-C470A251597B}"/>
              </a:ext>
            </a:extLst>
          </p:cNvPr>
          <p:cNvCxnSpPr>
            <a:cxnSpLocks/>
            <a:stCxn id="7" idx="6"/>
          </p:cNvCxnSpPr>
          <p:nvPr/>
        </p:nvCxnSpPr>
        <p:spPr>
          <a:xfrm>
            <a:off x="3433201" y="1591842"/>
            <a:ext cx="5510502" cy="3153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F7C6A26E-7C82-43E2-95F2-78B4F138F792}"/>
              </a:ext>
            </a:extLst>
          </p:cNvPr>
          <p:cNvSpPr/>
          <p:nvPr/>
        </p:nvSpPr>
        <p:spPr bwMode="gray">
          <a:xfrm>
            <a:off x="9074331" y="870857"/>
            <a:ext cx="1593669" cy="644434"/>
          </a:xfrm>
          <a:prstGeom prst="ellipse">
            <a:avLst/>
          </a:prstGeom>
          <a:solidFill>
            <a:schemeClr val="bg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a:t>All Member Firms</a:t>
            </a:r>
          </a:p>
        </p:txBody>
      </p:sp>
      <p:sp>
        <p:nvSpPr>
          <p:cNvPr id="18" name="Oval 17">
            <a:extLst>
              <a:ext uri="{FF2B5EF4-FFF2-40B4-BE49-F238E27FC236}">
                <a16:creationId xmlns:a16="http://schemas.microsoft.com/office/drawing/2014/main" id="{90693E1F-A73F-4966-BAD0-3B9AF229B103}"/>
              </a:ext>
            </a:extLst>
          </p:cNvPr>
          <p:cNvSpPr/>
          <p:nvPr/>
        </p:nvSpPr>
        <p:spPr>
          <a:xfrm>
            <a:off x="8840408" y="1685018"/>
            <a:ext cx="2881692" cy="900846"/>
          </a:xfrm>
          <a:prstGeom prst="ellipse">
            <a:avLst/>
          </a:prstGeom>
          <a:solidFill>
            <a:srgbClr val="00B05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a:solidFill>
                  <a:schemeClr val="bg1"/>
                </a:solidFill>
              </a:rPr>
              <a:t>US  Cookie Program</a:t>
            </a:r>
            <a:endParaRPr lang="en-GB" sz="1100">
              <a:solidFill>
                <a:schemeClr val="bg1"/>
              </a:solidFill>
            </a:endParaRPr>
          </a:p>
        </p:txBody>
      </p:sp>
      <p:sp>
        <p:nvSpPr>
          <p:cNvPr id="20" name="TextBox 19">
            <a:extLst>
              <a:ext uri="{FF2B5EF4-FFF2-40B4-BE49-F238E27FC236}">
                <a16:creationId xmlns:a16="http://schemas.microsoft.com/office/drawing/2014/main" id="{5AF8FEB2-E649-4A38-96B2-FB522D37CEC1}"/>
              </a:ext>
            </a:extLst>
          </p:cNvPr>
          <p:cNvSpPr txBox="1"/>
          <p:nvPr/>
        </p:nvSpPr>
        <p:spPr>
          <a:xfrm>
            <a:off x="8840408" y="2801853"/>
            <a:ext cx="2780058" cy="2215991"/>
          </a:xfrm>
          <a:prstGeom prst="rect">
            <a:avLst/>
          </a:prstGeom>
          <a:noFill/>
        </p:spPr>
        <p:txBody>
          <a:bodyPr wrap="square" lIns="0" tIns="0" rIns="0" bIns="0" rtlCol="0">
            <a:spAutoFit/>
          </a:bodyPr>
          <a:lstStyle/>
          <a:p>
            <a:pPr algn="ctr">
              <a:spcBef>
                <a:spcPts val="600"/>
              </a:spcBef>
              <a:buSzPct val="100000"/>
            </a:pPr>
            <a:r>
              <a:rPr lang="en-US" b="1">
                <a:solidFill>
                  <a:srgbClr val="313131"/>
                </a:solidFill>
              </a:rPr>
              <a:t>Project to ensure all US Applications with cookies comply to the use of “One Trust”.  Provide a team of “Cookie Admins” to help each application team implement and sustain the management of “One Trust”</a:t>
            </a:r>
          </a:p>
        </p:txBody>
      </p:sp>
      <p:sp>
        <p:nvSpPr>
          <p:cNvPr id="21" name="Oval 20">
            <a:extLst>
              <a:ext uri="{FF2B5EF4-FFF2-40B4-BE49-F238E27FC236}">
                <a16:creationId xmlns:a16="http://schemas.microsoft.com/office/drawing/2014/main" id="{9C085374-4AA3-4EE0-9395-99CB1510AF70}"/>
              </a:ext>
            </a:extLst>
          </p:cNvPr>
          <p:cNvSpPr/>
          <p:nvPr/>
        </p:nvSpPr>
        <p:spPr>
          <a:xfrm>
            <a:off x="4483429" y="3234381"/>
            <a:ext cx="2881692" cy="900846"/>
          </a:xfrm>
          <a:prstGeom prst="ellipse">
            <a:avLst/>
          </a:prstGeom>
          <a:solidFill>
            <a:srgbClr val="00B05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a:solidFill>
                  <a:schemeClr val="bg1"/>
                </a:solidFill>
              </a:rPr>
              <a:t>Risk and Privacy</a:t>
            </a:r>
            <a:endParaRPr lang="en-GB" sz="1100" b="1">
              <a:solidFill>
                <a:schemeClr val="bg1"/>
              </a:solidFill>
            </a:endParaRPr>
          </a:p>
          <a:p>
            <a:pPr algn="ctr">
              <a:lnSpc>
                <a:spcPct val="110000"/>
              </a:lnSpc>
            </a:pPr>
            <a:r>
              <a:rPr lang="en-GB" sz="1600" b="1">
                <a:solidFill>
                  <a:schemeClr val="bg1"/>
                </a:solidFill>
              </a:rPr>
              <a:t>Global and US</a:t>
            </a:r>
            <a:endParaRPr lang="en-GB" sz="1600">
              <a:solidFill>
                <a:schemeClr val="bg1"/>
              </a:solidFill>
            </a:endParaRPr>
          </a:p>
        </p:txBody>
      </p:sp>
      <p:cxnSp>
        <p:nvCxnSpPr>
          <p:cNvPr id="14" name="Straight Arrow Connector 13">
            <a:extLst>
              <a:ext uri="{FF2B5EF4-FFF2-40B4-BE49-F238E27FC236}">
                <a16:creationId xmlns:a16="http://schemas.microsoft.com/office/drawing/2014/main" id="{BA7571D2-8A3A-4BBB-A03B-8B5BB5E1CE6E}"/>
              </a:ext>
            </a:extLst>
          </p:cNvPr>
          <p:cNvCxnSpPr>
            <a:endCxn id="21" idx="0"/>
          </p:cNvCxnSpPr>
          <p:nvPr/>
        </p:nvCxnSpPr>
        <p:spPr>
          <a:xfrm>
            <a:off x="3239589" y="1907177"/>
            <a:ext cx="2684686" cy="13272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B89CC0E9-0A41-4FB2-8A8F-3853BCF8C8A3}"/>
              </a:ext>
            </a:extLst>
          </p:cNvPr>
          <p:cNvCxnSpPr>
            <a:stCxn id="18" idx="2"/>
          </p:cNvCxnSpPr>
          <p:nvPr/>
        </p:nvCxnSpPr>
        <p:spPr>
          <a:xfrm flipH="1">
            <a:off x="5924275" y="2135441"/>
            <a:ext cx="2916133" cy="10989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7A4CD5AC-FD5B-473B-87A9-4DF009922CD0}"/>
              </a:ext>
            </a:extLst>
          </p:cNvPr>
          <p:cNvSpPr txBox="1"/>
          <p:nvPr/>
        </p:nvSpPr>
        <p:spPr>
          <a:xfrm>
            <a:off x="4534246" y="4246417"/>
            <a:ext cx="2780058" cy="1384995"/>
          </a:xfrm>
          <a:prstGeom prst="rect">
            <a:avLst/>
          </a:prstGeom>
          <a:noFill/>
        </p:spPr>
        <p:txBody>
          <a:bodyPr wrap="square" lIns="0" tIns="0" rIns="0" bIns="0" rtlCol="0">
            <a:spAutoFit/>
          </a:bodyPr>
          <a:lstStyle/>
          <a:p>
            <a:pPr algn="ctr">
              <a:spcBef>
                <a:spcPts val="600"/>
              </a:spcBef>
              <a:buSzPct val="100000"/>
            </a:pPr>
            <a:r>
              <a:rPr lang="en-US" b="1">
                <a:solidFill>
                  <a:srgbClr val="313131"/>
                </a:solidFill>
              </a:rPr>
              <a:t>Teams collaborating to provide the verbiage for -  Cookie Banners, Cookie Policy and Privacy Statements </a:t>
            </a:r>
          </a:p>
        </p:txBody>
      </p:sp>
    </p:spTree>
    <p:extLst>
      <p:ext uri="{BB962C8B-B14F-4D97-AF65-F5344CB8AC3E}">
        <p14:creationId xmlns:p14="http://schemas.microsoft.com/office/powerpoint/2010/main" val="25749093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Dedicated Cookie Admin Team (Audit Apps)</a:t>
            </a:r>
            <a:endParaRPr lang="en-US"/>
          </a:p>
        </p:txBody>
      </p:sp>
      <p:sp>
        <p:nvSpPr>
          <p:cNvPr id="36" name="Text Placeholder 3">
            <a:extLst>
              <a:ext uri="{FF2B5EF4-FFF2-40B4-BE49-F238E27FC236}">
                <a16:creationId xmlns:a16="http://schemas.microsoft.com/office/drawing/2014/main" id="{9CD1EAE9-761E-42F0-9499-E7646510AF7B}"/>
              </a:ext>
            </a:extLst>
          </p:cNvPr>
          <p:cNvSpPr txBox="1">
            <a:spLocks/>
          </p:cNvSpPr>
          <p:nvPr/>
        </p:nvSpPr>
        <p:spPr bwMode="gray">
          <a:xfrm>
            <a:off x="349130" y="790195"/>
            <a:ext cx="10908054" cy="449662"/>
          </a:xfrm>
          <a:prstGeom prst="rect">
            <a:avLst/>
          </a:prstGeom>
          <a:ln>
            <a:noFill/>
          </a:ln>
        </p:spPr>
        <p:txBody>
          <a:bodyPr vert="horz" lIns="91440" tIns="91440" rIns="0" bIns="0" rtlCol="0" anchor="t" anchorCtr="0">
            <a:noAutofit/>
          </a:bodyPr>
          <a:lstStyle/>
          <a:p>
            <a:endParaRPr lang="en-US" sz="2400" b="1">
              <a:latin typeface="+mj-lt"/>
              <a:ea typeface="Open Sans" panose="020B0606030504020204" pitchFamily="34" charset="0"/>
              <a:cs typeface="Open Sans" panose="020B0606030504020204" pitchFamily="34" charset="0"/>
            </a:endParaRPr>
          </a:p>
        </p:txBody>
      </p:sp>
      <p:sp>
        <p:nvSpPr>
          <p:cNvPr id="7" name="Oval 6">
            <a:extLst>
              <a:ext uri="{FF2B5EF4-FFF2-40B4-BE49-F238E27FC236}">
                <a16:creationId xmlns:a16="http://schemas.microsoft.com/office/drawing/2014/main" id="{7121F5B0-A632-4F30-AF30-1418BD8EE4F2}"/>
              </a:ext>
            </a:extLst>
          </p:cNvPr>
          <p:cNvSpPr/>
          <p:nvPr/>
        </p:nvSpPr>
        <p:spPr>
          <a:xfrm>
            <a:off x="832394" y="1400375"/>
            <a:ext cx="2881692" cy="900846"/>
          </a:xfrm>
          <a:prstGeom prst="ellipse">
            <a:avLst/>
          </a:prstGeom>
          <a:solidFill>
            <a:srgbClr val="00B050"/>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a:solidFill>
                  <a:schemeClr val="bg1"/>
                </a:solidFill>
              </a:rPr>
              <a:t>AAPS Cookie Admin Team</a:t>
            </a:r>
            <a:endParaRPr lang="en-GB" sz="1100">
              <a:solidFill>
                <a:schemeClr val="bg1"/>
              </a:solidFill>
            </a:endParaRPr>
          </a:p>
        </p:txBody>
      </p:sp>
      <p:sp>
        <p:nvSpPr>
          <p:cNvPr id="5" name="TextBox 4">
            <a:extLst>
              <a:ext uri="{FF2B5EF4-FFF2-40B4-BE49-F238E27FC236}">
                <a16:creationId xmlns:a16="http://schemas.microsoft.com/office/drawing/2014/main" id="{EF26AB1B-A9E2-4385-A28D-B2DCFA42EBB9}"/>
              </a:ext>
            </a:extLst>
          </p:cNvPr>
          <p:cNvSpPr txBox="1"/>
          <p:nvPr/>
        </p:nvSpPr>
        <p:spPr>
          <a:xfrm>
            <a:off x="3657601" y="1150575"/>
            <a:ext cx="7969130" cy="1969770"/>
          </a:xfrm>
          <a:prstGeom prst="rect">
            <a:avLst/>
          </a:prstGeom>
          <a:noFill/>
        </p:spPr>
        <p:txBody>
          <a:bodyPr wrap="square" lIns="0" tIns="0" rIns="0" bIns="0" rtlCol="0">
            <a:spAutoFit/>
          </a:bodyPr>
          <a:lstStyle/>
          <a:p>
            <a:pPr marL="742950" lvl="1" indent="-285750" algn="just">
              <a:spcBef>
                <a:spcPts val="600"/>
              </a:spcBef>
              <a:buSzPct val="100000"/>
              <a:buFont typeface="Arial" panose="020B0604020202020204" pitchFamily="34" charset="0"/>
              <a:buChar char="•"/>
            </a:pPr>
            <a:r>
              <a:rPr lang="en-US">
                <a:solidFill>
                  <a:srgbClr val="313131"/>
                </a:solidFill>
              </a:rPr>
              <a:t>AAPS team created as primary point of contact for our application teams</a:t>
            </a:r>
          </a:p>
          <a:p>
            <a:pPr marL="742950" lvl="1" indent="-285750" algn="just">
              <a:spcBef>
                <a:spcPts val="600"/>
              </a:spcBef>
              <a:buSzPct val="100000"/>
              <a:buFont typeface="Arial" panose="020B0604020202020204" pitchFamily="34" charset="0"/>
              <a:buChar char="•"/>
            </a:pPr>
            <a:r>
              <a:rPr lang="en-US">
                <a:solidFill>
                  <a:srgbClr val="313131"/>
                </a:solidFill>
              </a:rPr>
              <a:t>Designed to navigate and support the unique needs of the AAPS organization</a:t>
            </a:r>
          </a:p>
          <a:p>
            <a:pPr marL="742950" lvl="1" indent="-285750" algn="just">
              <a:spcBef>
                <a:spcPts val="600"/>
              </a:spcBef>
              <a:buSzPct val="100000"/>
              <a:buFont typeface="Arial" panose="020B0604020202020204" pitchFamily="34" charset="0"/>
              <a:buChar char="•"/>
            </a:pPr>
            <a:r>
              <a:rPr lang="en-US">
                <a:solidFill>
                  <a:srgbClr val="313131"/>
                </a:solidFill>
              </a:rPr>
              <a:t>Microproject within the broader US-ITS Program</a:t>
            </a:r>
          </a:p>
          <a:p>
            <a:pPr marL="742950" lvl="1" indent="-285750" algn="just">
              <a:spcBef>
                <a:spcPts val="600"/>
              </a:spcBef>
              <a:buSzPct val="100000"/>
              <a:buFont typeface="Arial" panose="020B0604020202020204" pitchFamily="34" charset="0"/>
              <a:buChar char="•"/>
            </a:pPr>
            <a:r>
              <a:rPr lang="en-US">
                <a:solidFill>
                  <a:srgbClr val="313131"/>
                </a:solidFill>
              </a:rPr>
              <a:t>Minimize touchpoints for our product teams</a:t>
            </a:r>
          </a:p>
          <a:p>
            <a:pPr marL="742950" lvl="1" indent="-285750" algn="just">
              <a:spcBef>
                <a:spcPts val="600"/>
              </a:spcBef>
              <a:buSzPct val="100000"/>
              <a:buFont typeface="Arial" panose="020B0604020202020204" pitchFamily="34" charset="0"/>
              <a:buChar char="•"/>
            </a:pPr>
            <a:r>
              <a:rPr lang="en-US">
                <a:solidFill>
                  <a:srgbClr val="313131"/>
                </a:solidFill>
              </a:rPr>
              <a:t>Help reduce tasks for the product teams to minimize impact to primary portfolio focus</a:t>
            </a:r>
          </a:p>
        </p:txBody>
      </p:sp>
      <p:sp>
        <p:nvSpPr>
          <p:cNvPr id="19" name="Rectangle 18">
            <a:extLst>
              <a:ext uri="{FF2B5EF4-FFF2-40B4-BE49-F238E27FC236}">
                <a16:creationId xmlns:a16="http://schemas.microsoft.com/office/drawing/2014/main" id="{CFB975A8-28C1-44A5-BE20-F616B271EC18}"/>
              </a:ext>
            </a:extLst>
          </p:cNvPr>
          <p:cNvSpPr/>
          <p:nvPr/>
        </p:nvSpPr>
        <p:spPr>
          <a:xfrm>
            <a:off x="175805" y="4377436"/>
            <a:ext cx="4341540" cy="364772"/>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r>
              <a:rPr lang="en-GB" sz="1600" b="1">
                <a:solidFill>
                  <a:schemeClr val="tx1"/>
                </a:solidFill>
              </a:rPr>
              <a:t>Christian Escobar – </a:t>
            </a:r>
            <a:r>
              <a:rPr lang="en-GB" sz="1600">
                <a:solidFill>
                  <a:schemeClr val="tx1"/>
                </a:solidFill>
              </a:rPr>
              <a:t>Project Manager</a:t>
            </a:r>
            <a:endParaRPr lang="en-GB" sz="1600">
              <a:solidFill>
                <a:srgbClr val="3B3BFF"/>
              </a:solidFill>
            </a:endParaRPr>
          </a:p>
        </p:txBody>
      </p:sp>
      <p:sp>
        <p:nvSpPr>
          <p:cNvPr id="22" name="Rectangle 21">
            <a:extLst>
              <a:ext uri="{FF2B5EF4-FFF2-40B4-BE49-F238E27FC236}">
                <a16:creationId xmlns:a16="http://schemas.microsoft.com/office/drawing/2014/main" id="{7BA726A3-2133-4A0E-9B9D-3352A0CFDCF3}"/>
              </a:ext>
            </a:extLst>
          </p:cNvPr>
          <p:cNvSpPr/>
          <p:nvPr/>
        </p:nvSpPr>
        <p:spPr>
          <a:xfrm>
            <a:off x="175806" y="3915712"/>
            <a:ext cx="4319593"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endParaRPr lang="en-GB" sz="1600" b="1">
              <a:solidFill>
                <a:schemeClr val="tx1"/>
              </a:solidFill>
            </a:endParaRPr>
          </a:p>
          <a:p>
            <a:pPr algn="just">
              <a:lnSpc>
                <a:spcPct val="110000"/>
              </a:lnSpc>
            </a:pPr>
            <a:r>
              <a:rPr lang="en-GB" sz="1600" b="1">
                <a:solidFill>
                  <a:schemeClr val="tx1"/>
                </a:solidFill>
              </a:rPr>
              <a:t>Rajesh Deshabatla – </a:t>
            </a:r>
            <a:r>
              <a:rPr lang="en-GB" sz="1600">
                <a:solidFill>
                  <a:schemeClr val="tx1"/>
                </a:solidFill>
              </a:rPr>
              <a:t>Engagement Manager</a:t>
            </a:r>
          </a:p>
          <a:p>
            <a:pPr algn="ctr">
              <a:lnSpc>
                <a:spcPct val="110000"/>
              </a:lnSpc>
            </a:pPr>
            <a:endParaRPr lang="en-GB" sz="1600">
              <a:solidFill>
                <a:schemeClr val="tx1"/>
              </a:solidFill>
            </a:endParaRPr>
          </a:p>
        </p:txBody>
      </p:sp>
      <p:sp>
        <p:nvSpPr>
          <p:cNvPr id="23" name="Rectangle 22">
            <a:extLst>
              <a:ext uri="{FF2B5EF4-FFF2-40B4-BE49-F238E27FC236}">
                <a16:creationId xmlns:a16="http://schemas.microsoft.com/office/drawing/2014/main" id="{D78B5B9C-CA0D-478D-98E2-4102978786EA}"/>
              </a:ext>
            </a:extLst>
          </p:cNvPr>
          <p:cNvSpPr/>
          <p:nvPr/>
        </p:nvSpPr>
        <p:spPr>
          <a:xfrm>
            <a:off x="175804" y="4896985"/>
            <a:ext cx="4345715"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r>
              <a:rPr lang="en-GB" sz="1600" b="1">
                <a:solidFill>
                  <a:schemeClr val="tx1"/>
                </a:solidFill>
              </a:rPr>
              <a:t>Juan Pena (Technical) – </a:t>
            </a:r>
            <a:r>
              <a:rPr lang="en-GB" sz="1600">
                <a:solidFill>
                  <a:schemeClr val="tx1"/>
                </a:solidFill>
              </a:rPr>
              <a:t>Solutions Architect</a:t>
            </a:r>
          </a:p>
        </p:txBody>
      </p:sp>
      <p:sp>
        <p:nvSpPr>
          <p:cNvPr id="26" name="Rectangle 25">
            <a:extLst>
              <a:ext uri="{FF2B5EF4-FFF2-40B4-BE49-F238E27FC236}">
                <a16:creationId xmlns:a16="http://schemas.microsoft.com/office/drawing/2014/main" id="{0BE29914-F4DC-485E-8F83-A208005D92D4}"/>
              </a:ext>
            </a:extLst>
          </p:cNvPr>
          <p:cNvSpPr/>
          <p:nvPr/>
        </p:nvSpPr>
        <p:spPr>
          <a:xfrm>
            <a:off x="156683" y="5393842"/>
            <a:ext cx="4360662"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r>
              <a:rPr lang="en-GB" sz="1600" b="1">
                <a:solidFill>
                  <a:schemeClr val="tx1"/>
                </a:solidFill>
              </a:rPr>
              <a:t>Mitali LadSowani (Functional) – </a:t>
            </a:r>
            <a:r>
              <a:rPr lang="en-GB" sz="1600">
                <a:solidFill>
                  <a:schemeClr val="tx1"/>
                </a:solidFill>
              </a:rPr>
              <a:t>BSA</a:t>
            </a:r>
          </a:p>
        </p:txBody>
      </p:sp>
      <p:sp>
        <p:nvSpPr>
          <p:cNvPr id="27" name="Rectangle 26">
            <a:extLst>
              <a:ext uri="{FF2B5EF4-FFF2-40B4-BE49-F238E27FC236}">
                <a16:creationId xmlns:a16="http://schemas.microsoft.com/office/drawing/2014/main" id="{D4AABC00-51EA-4F1B-9963-24B135E3D17A}"/>
              </a:ext>
            </a:extLst>
          </p:cNvPr>
          <p:cNvSpPr/>
          <p:nvPr/>
        </p:nvSpPr>
        <p:spPr>
          <a:xfrm>
            <a:off x="175805" y="3459266"/>
            <a:ext cx="4319593"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endParaRPr lang="en-GB" sz="1600" b="1">
              <a:solidFill>
                <a:schemeClr val="tx1"/>
              </a:solidFill>
            </a:endParaRPr>
          </a:p>
          <a:p>
            <a:pPr algn="just">
              <a:lnSpc>
                <a:spcPct val="110000"/>
              </a:lnSpc>
            </a:pPr>
            <a:r>
              <a:rPr lang="en-GB" sz="1600" b="1">
                <a:solidFill>
                  <a:schemeClr val="tx1"/>
                </a:solidFill>
              </a:rPr>
              <a:t>Bob Faskowitz – </a:t>
            </a:r>
            <a:r>
              <a:rPr lang="en-GB" sz="1600">
                <a:solidFill>
                  <a:schemeClr val="tx1"/>
                </a:solidFill>
              </a:rPr>
              <a:t>PMO Program Manager</a:t>
            </a:r>
          </a:p>
          <a:p>
            <a:pPr algn="ctr">
              <a:lnSpc>
                <a:spcPct val="110000"/>
              </a:lnSpc>
            </a:pPr>
            <a:endParaRPr lang="en-GB" sz="1600">
              <a:solidFill>
                <a:schemeClr val="tx1"/>
              </a:solidFill>
            </a:endParaRPr>
          </a:p>
        </p:txBody>
      </p:sp>
      <p:cxnSp>
        <p:nvCxnSpPr>
          <p:cNvPr id="9" name="Straight Arrow Connector 8">
            <a:extLst>
              <a:ext uri="{FF2B5EF4-FFF2-40B4-BE49-F238E27FC236}">
                <a16:creationId xmlns:a16="http://schemas.microsoft.com/office/drawing/2014/main" id="{616E18E1-9557-4900-AA1A-415DE1588350}"/>
              </a:ext>
            </a:extLst>
          </p:cNvPr>
          <p:cNvCxnSpPr>
            <a:cxnSpLocks/>
            <a:stCxn id="7" idx="4"/>
          </p:cNvCxnSpPr>
          <p:nvPr/>
        </p:nvCxnSpPr>
        <p:spPr>
          <a:xfrm flipH="1">
            <a:off x="2265486" y="2301221"/>
            <a:ext cx="7754" cy="1104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8" name="Table 6">
            <a:extLst>
              <a:ext uri="{FF2B5EF4-FFF2-40B4-BE49-F238E27FC236}">
                <a16:creationId xmlns:a16="http://schemas.microsoft.com/office/drawing/2014/main" id="{0D1E614A-9B8B-427C-AE20-BF0AE8BA8FEB}"/>
              </a:ext>
            </a:extLst>
          </p:cNvPr>
          <p:cNvGraphicFramePr>
            <a:graphicFrameLocks noGrp="1"/>
          </p:cNvGraphicFramePr>
          <p:nvPr>
            <p:extLst>
              <p:ext uri="{D42A27DB-BD31-4B8C-83A1-F6EECF244321}">
                <p14:modId xmlns:p14="http://schemas.microsoft.com/office/powerpoint/2010/main" val="2495234030"/>
              </p:ext>
            </p:extLst>
          </p:nvPr>
        </p:nvGraphicFramePr>
        <p:xfrm>
          <a:off x="6443292" y="3494581"/>
          <a:ext cx="4159449" cy="1690856"/>
        </p:xfrm>
        <a:graphic>
          <a:graphicData uri="http://schemas.openxmlformats.org/drawingml/2006/table">
            <a:tbl>
              <a:tblPr firstRow="1" bandRow="1">
                <a:effectLst>
                  <a:outerShdw blurRad="50800" dist="38100" dir="5400000" algn="t" rotWithShape="0">
                    <a:prstClr val="black">
                      <a:alpha val="40000"/>
                    </a:prstClr>
                  </a:outerShdw>
                  <a:reflection blurRad="6350" stA="52000" endA="300" endPos="25000" dir="5400000" sy="-100000" algn="bl" rotWithShape="0"/>
                </a:effectLst>
                <a:tableStyleId>{69012ECD-51FC-41F1-AA8D-1B2483CD663E}</a:tableStyleId>
              </a:tblPr>
              <a:tblGrid>
                <a:gridCol w="4159449">
                  <a:extLst>
                    <a:ext uri="{9D8B030D-6E8A-4147-A177-3AD203B41FA5}">
                      <a16:colId xmlns:a16="http://schemas.microsoft.com/office/drawing/2014/main" val="925088444"/>
                    </a:ext>
                  </a:extLst>
                </a:gridCol>
              </a:tblGrid>
              <a:tr h="432986">
                <a:tc>
                  <a:txBody>
                    <a:bodyPr/>
                    <a:lstStyle/>
                    <a:p>
                      <a:pPr algn="ctr"/>
                      <a:r>
                        <a:rPr lang="en-US" sz="1800" u="none"/>
                        <a:t>Application Team</a:t>
                      </a:r>
                      <a:endParaRPr lang="en-US" sz="1800" b="1" u="none">
                        <a:solidFill>
                          <a:schemeClr val="bg1"/>
                        </a:solidFill>
                      </a:endParaRPr>
                    </a:p>
                  </a:txBody>
                  <a:tcPr>
                    <a:solidFill>
                      <a:srgbClr val="00B050"/>
                    </a:solidFill>
                  </a:tcPr>
                </a:tc>
                <a:extLst>
                  <a:ext uri="{0D108BD9-81ED-4DB2-BD59-A6C34878D82A}">
                    <a16:rowId xmlns:a16="http://schemas.microsoft.com/office/drawing/2014/main" val="472299126"/>
                  </a:ext>
                </a:extLst>
              </a:tr>
              <a:tr h="402506">
                <a:tc>
                  <a:txBody>
                    <a:bodyPr/>
                    <a:lstStyle/>
                    <a:p>
                      <a:pPr algn="ctr"/>
                      <a:r>
                        <a:rPr lang="en-US" sz="1600" b="0">
                          <a:solidFill>
                            <a:schemeClr val="bg1"/>
                          </a:solidFill>
                        </a:rPr>
                        <a:t>Product Owner</a:t>
                      </a:r>
                    </a:p>
                  </a:txBody>
                  <a:tcPr>
                    <a:solidFill>
                      <a:srgbClr val="00B050"/>
                    </a:solidFill>
                  </a:tcPr>
                </a:tc>
                <a:extLst>
                  <a:ext uri="{0D108BD9-81ED-4DB2-BD59-A6C34878D82A}">
                    <a16:rowId xmlns:a16="http://schemas.microsoft.com/office/drawing/2014/main" val="4238984482"/>
                  </a:ext>
                </a:extLst>
              </a:tr>
              <a:tr h="427682">
                <a:tc>
                  <a:txBody>
                    <a:bodyPr/>
                    <a:lstStyle/>
                    <a:p>
                      <a:pPr algn="ctr"/>
                      <a:r>
                        <a:rPr lang="en-US" sz="1600" b="0">
                          <a:solidFill>
                            <a:schemeClr val="bg1"/>
                          </a:solidFill>
                        </a:rPr>
                        <a:t>Engagement Manager</a:t>
                      </a:r>
                    </a:p>
                  </a:txBody>
                  <a:tcPr>
                    <a:solidFill>
                      <a:srgbClr val="00B050"/>
                    </a:solidFill>
                  </a:tcPr>
                </a:tc>
                <a:extLst>
                  <a:ext uri="{0D108BD9-81ED-4DB2-BD59-A6C34878D82A}">
                    <a16:rowId xmlns:a16="http://schemas.microsoft.com/office/drawing/2014/main" val="129147027"/>
                  </a:ext>
                </a:extLst>
              </a:tr>
              <a:tr h="427682">
                <a:tc>
                  <a:txBody>
                    <a:bodyPr/>
                    <a:lstStyle/>
                    <a:p>
                      <a:pPr algn="ctr"/>
                      <a:r>
                        <a:rPr lang="en-US" sz="1600" b="0">
                          <a:solidFill>
                            <a:schemeClr val="bg1"/>
                          </a:solidFill>
                        </a:rPr>
                        <a:t>Application Architect</a:t>
                      </a:r>
                    </a:p>
                  </a:txBody>
                  <a:tcPr>
                    <a:solidFill>
                      <a:srgbClr val="00B050"/>
                    </a:solidFill>
                  </a:tcPr>
                </a:tc>
                <a:extLst>
                  <a:ext uri="{0D108BD9-81ED-4DB2-BD59-A6C34878D82A}">
                    <a16:rowId xmlns:a16="http://schemas.microsoft.com/office/drawing/2014/main" val="4270557788"/>
                  </a:ext>
                </a:extLst>
              </a:tr>
            </a:tbl>
          </a:graphicData>
        </a:graphic>
      </p:graphicFrame>
      <p:cxnSp>
        <p:nvCxnSpPr>
          <p:cNvPr id="13" name="Straight Arrow Connector 12">
            <a:extLst>
              <a:ext uri="{FF2B5EF4-FFF2-40B4-BE49-F238E27FC236}">
                <a16:creationId xmlns:a16="http://schemas.microsoft.com/office/drawing/2014/main" id="{E8F8F947-1BB4-4346-9AD8-86218C24507E}"/>
              </a:ext>
            </a:extLst>
          </p:cNvPr>
          <p:cNvCxnSpPr>
            <a:cxnSpLocks/>
          </p:cNvCxnSpPr>
          <p:nvPr/>
        </p:nvCxnSpPr>
        <p:spPr>
          <a:xfrm>
            <a:off x="4622686" y="4541862"/>
            <a:ext cx="1706195"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660D347D-C9C1-4690-BF4D-8E26194C54AC}"/>
              </a:ext>
            </a:extLst>
          </p:cNvPr>
          <p:cNvSpPr/>
          <p:nvPr/>
        </p:nvSpPr>
        <p:spPr>
          <a:xfrm>
            <a:off x="175805" y="3922384"/>
            <a:ext cx="4319593"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endParaRPr lang="en-GB" sz="1600" b="1">
              <a:solidFill>
                <a:schemeClr val="tx1"/>
              </a:solidFill>
            </a:endParaRPr>
          </a:p>
          <a:p>
            <a:pPr algn="ctr">
              <a:lnSpc>
                <a:spcPct val="110000"/>
              </a:lnSpc>
            </a:pPr>
            <a:r>
              <a:rPr lang="en-GB" sz="1600" b="1">
                <a:solidFill>
                  <a:schemeClr val="tx1"/>
                </a:solidFill>
              </a:rPr>
              <a:t>Rajesh Deshabatla – </a:t>
            </a:r>
            <a:r>
              <a:rPr lang="en-GB" sz="1600">
                <a:solidFill>
                  <a:schemeClr val="tx1"/>
                </a:solidFill>
              </a:rPr>
              <a:t>Engagement Manager</a:t>
            </a:r>
          </a:p>
          <a:p>
            <a:pPr algn="ctr">
              <a:lnSpc>
                <a:spcPct val="110000"/>
              </a:lnSpc>
            </a:pPr>
            <a:endParaRPr lang="en-GB" sz="1600">
              <a:solidFill>
                <a:schemeClr val="tx1"/>
              </a:solidFill>
            </a:endParaRPr>
          </a:p>
        </p:txBody>
      </p:sp>
      <p:sp>
        <p:nvSpPr>
          <p:cNvPr id="16" name="Rectangle 15">
            <a:extLst>
              <a:ext uri="{FF2B5EF4-FFF2-40B4-BE49-F238E27FC236}">
                <a16:creationId xmlns:a16="http://schemas.microsoft.com/office/drawing/2014/main" id="{0FDF33F4-3958-4BB7-B17C-C4430CD55FFD}"/>
              </a:ext>
            </a:extLst>
          </p:cNvPr>
          <p:cNvSpPr/>
          <p:nvPr/>
        </p:nvSpPr>
        <p:spPr>
          <a:xfrm>
            <a:off x="175804" y="3465938"/>
            <a:ext cx="4319593" cy="371830"/>
          </a:xfrm>
          <a:prstGeom prst="rect">
            <a:avLst/>
          </a:prstGeom>
          <a:solidFill>
            <a:schemeClr val="bg1">
              <a:lumMod val="9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gn="ctr">
              <a:lnSpc>
                <a:spcPct val="110000"/>
              </a:lnSpc>
            </a:pPr>
            <a:endParaRPr lang="en-GB" sz="1600" b="1">
              <a:solidFill>
                <a:schemeClr val="tx1"/>
              </a:solidFill>
            </a:endParaRPr>
          </a:p>
          <a:p>
            <a:pPr algn="ctr">
              <a:lnSpc>
                <a:spcPct val="110000"/>
              </a:lnSpc>
            </a:pPr>
            <a:r>
              <a:rPr lang="en-GB" sz="1600" b="1">
                <a:solidFill>
                  <a:schemeClr val="tx1"/>
                </a:solidFill>
              </a:rPr>
              <a:t>Bob Faskowitz – </a:t>
            </a:r>
            <a:r>
              <a:rPr lang="en-GB" sz="1600">
                <a:solidFill>
                  <a:schemeClr val="tx1"/>
                </a:solidFill>
              </a:rPr>
              <a:t>PMO Program Manager</a:t>
            </a:r>
          </a:p>
          <a:p>
            <a:pPr algn="ctr">
              <a:lnSpc>
                <a:spcPct val="110000"/>
              </a:lnSpc>
            </a:pPr>
            <a:endParaRPr lang="en-GB" sz="1600">
              <a:solidFill>
                <a:schemeClr val="tx1"/>
              </a:solidFill>
            </a:endParaRPr>
          </a:p>
        </p:txBody>
      </p:sp>
    </p:spTree>
    <p:extLst>
      <p:ext uri="{BB962C8B-B14F-4D97-AF65-F5344CB8AC3E}">
        <p14:creationId xmlns:p14="http://schemas.microsoft.com/office/powerpoint/2010/main" val="34403345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mn-lt"/>
                <a:ea typeface="Open Sans"/>
                <a:cs typeface="Open Sans"/>
              </a:rPr>
              <a:t>Onboarding and Remediation</a:t>
            </a:r>
          </a:p>
        </p:txBody>
      </p:sp>
    </p:spTree>
    <p:extLst>
      <p:ext uri="{BB962C8B-B14F-4D97-AF65-F5344CB8AC3E}">
        <p14:creationId xmlns:p14="http://schemas.microsoft.com/office/powerpoint/2010/main" val="191620507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250B9-4AE8-4910-8DF4-DEEADD4981EB}"/>
              </a:ext>
            </a:extLst>
          </p:cNvPr>
          <p:cNvSpPr/>
          <p:nvPr/>
        </p:nvSpPr>
        <p:spPr bwMode="gray">
          <a:xfrm>
            <a:off x="179759" y="1907186"/>
            <a:ext cx="11840222" cy="1718599"/>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effectLst/>
              <a:uLnTx/>
              <a:uFillTx/>
              <a:latin typeface="+mj-lt"/>
              <a:ea typeface="+mn-ea"/>
              <a:cs typeface="+mn-cs"/>
            </a:endParaRPr>
          </a:p>
        </p:txBody>
      </p:sp>
      <p:sp>
        <p:nvSpPr>
          <p:cNvPr id="2" name="Title 1">
            <a:extLst>
              <a:ext uri="{FF2B5EF4-FFF2-40B4-BE49-F238E27FC236}">
                <a16:creationId xmlns:a16="http://schemas.microsoft.com/office/drawing/2014/main" id="{B8D39258-C968-4F5F-AE76-98D62D064EBA}"/>
              </a:ext>
            </a:extLst>
          </p:cNvPr>
          <p:cNvSpPr>
            <a:spLocks noGrp="1"/>
          </p:cNvSpPr>
          <p:nvPr>
            <p:ph type="title"/>
          </p:nvPr>
        </p:nvSpPr>
        <p:spPr>
          <a:xfrm>
            <a:off x="469900" y="216596"/>
            <a:ext cx="11252200" cy="451866"/>
          </a:xfrm>
        </p:spPr>
        <p:txBody>
          <a:bodyPr/>
          <a:lstStyle/>
          <a:p>
            <a:r>
              <a:rPr lang="en-US" spc="-10"/>
              <a:t>Cookie</a:t>
            </a:r>
            <a:r>
              <a:rPr lang="en-US" spc="5"/>
              <a:t> Consent Program</a:t>
            </a:r>
            <a:r>
              <a:rPr lang="en-US" spc="-5"/>
              <a:t> </a:t>
            </a:r>
            <a:r>
              <a:rPr lang="en-US"/>
              <a:t>| </a:t>
            </a:r>
            <a:r>
              <a:rPr lang="en-US">
                <a:solidFill>
                  <a:schemeClr val="accent1"/>
                </a:solidFill>
              </a:rPr>
              <a:t>Application remediation lifecycle (using the Service)</a:t>
            </a:r>
          </a:p>
        </p:txBody>
      </p:sp>
      <p:sp>
        <p:nvSpPr>
          <p:cNvPr id="5" name="Arrow: Chevron 99">
            <a:extLst>
              <a:ext uri="{FF2B5EF4-FFF2-40B4-BE49-F238E27FC236}">
                <a16:creationId xmlns:a16="http://schemas.microsoft.com/office/drawing/2014/main" id="{1E047657-C693-4927-B10C-ED1E2FC66BF8}"/>
              </a:ext>
            </a:extLst>
          </p:cNvPr>
          <p:cNvSpPr/>
          <p:nvPr/>
        </p:nvSpPr>
        <p:spPr>
          <a:xfrm>
            <a:off x="846402" y="1270558"/>
            <a:ext cx="1920240" cy="543336"/>
          </a:xfrm>
          <a:prstGeom prst="chevron">
            <a:avLst/>
          </a:prstGeom>
          <a:solidFill>
            <a:schemeClr val="accent1"/>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Application Discovery</a:t>
            </a:r>
          </a:p>
        </p:txBody>
      </p:sp>
      <p:sp>
        <p:nvSpPr>
          <p:cNvPr id="6" name="Arrow: Chevron 55">
            <a:extLst>
              <a:ext uri="{FF2B5EF4-FFF2-40B4-BE49-F238E27FC236}">
                <a16:creationId xmlns:a16="http://schemas.microsoft.com/office/drawing/2014/main" id="{C7E17169-04C5-46EF-AAFA-0C65A4B6D569}"/>
              </a:ext>
            </a:extLst>
          </p:cNvPr>
          <p:cNvSpPr/>
          <p:nvPr/>
        </p:nvSpPr>
        <p:spPr>
          <a:xfrm>
            <a:off x="3013627" y="1270558"/>
            <a:ext cx="1920240" cy="543336"/>
          </a:xfrm>
          <a:prstGeom prst="chevron">
            <a:avLst/>
          </a:prstGeom>
          <a:solidFill>
            <a:schemeClr val="accent2"/>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Cookie Categorization</a:t>
            </a:r>
          </a:p>
        </p:txBody>
      </p:sp>
      <p:sp>
        <p:nvSpPr>
          <p:cNvPr id="7" name="Arrow: Chevron 133">
            <a:extLst>
              <a:ext uri="{FF2B5EF4-FFF2-40B4-BE49-F238E27FC236}">
                <a16:creationId xmlns:a16="http://schemas.microsoft.com/office/drawing/2014/main" id="{B15A2592-CB5A-4DB9-BA52-4E3E4B11D384}"/>
              </a:ext>
            </a:extLst>
          </p:cNvPr>
          <p:cNvSpPr/>
          <p:nvPr/>
        </p:nvSpPr>
        <p:spPr>
          <a:xfrm>
            <a:off x="5150742" y="1263698"/>
            <a:ext cx="1920240" cy="537676"/>
          </a:xfrm>
          <a:prstGeom prst="chevron">
            <a:avLst/>
          </a:prstGeom>
          <a:solidFill>
            <a:schemeClr val="accent3"/>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Test in </a:t>
            </a:r>
            <a:r>
              <a:rPr kumimoji="0" lang="en-US" sz="1200" b="1" i="0" u="none" strike="noStrike" kern="0" cap="none" spc="-5" normalizeH="0" baseline="0" noProof="0" err="1">
                <a:ln>
                  <a:noFill/>
                </a:ln>
                <a:solidFill>
                  <a:schemeClr val="bg1"/>
                </a:solidFill>
                <a:effectLst/>
                <a:uLnTx/>
                <a:uFillTx/>
                <a:latin typeface="+mj-lt"/>
                <a:ea typeface="Open Sans Semibold" panose="020B0606030504020204" pitchFamily="34" charset="0"/>
                <a:cs typeface="Open Sans Semibold" panose="020B0606030504020204" pitchFamily="34" charset="0"/>
              </a:rPr>
              <a:t>NonProd</a:t>
            </a:r>
            <a:endParaRPr kumimoji="0" lang="en-US" sz="1200" b="1" i="0" u="none" strike="noStrike" kern="0" cap="none" spc="-5"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endParaRPr>
          </a:p>
        </p:txBody>
      </p:sp>
      <p:sp>
        <p:nvSpPr>
          <p:cNvPr id="8" name="Arrow: Chevron 45">
            <a:extLst>
              <a:ext uri="{FF2B5EF4-FFF2-40B4-BE49-F238E27FC236}">
                <a16:creationId xmlns:a16="http://schemas.microsoft.com/office/drawing/2014/main" id="{FA7E924A-F866-4A60-9297-49F234C6B22E}"/>
              </a:ext>
            </a:extLst>
          </p:cNvPr>
          <p:cNvSpPr/>
          <p:nvPr/>
        </p:nvSpPr>
        <p:spPr>
          <a:xfrm>
            <a:off x="7317967" y="1262831"/>
            <a:ext cx="1920240" cy="530816"/>
          </a:xfrm>
          <a:prstGeom prst="chevron">
            <a:avLst/>
          </a:prstGeom>
          <a:solidFill>
            <a:schemeClr val="accent4"/>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Production Cutover</a:t>
            </a:r>
          </a:p>
        </p:txBody>
      </p:sp>
      <p:sp>
        <p:nvSpPr>
          <p:cNvPr id="9" name="Arrow: Chevron 56">
            <a:extLst>
              <a:ext uri="{FF2B5EF4-FFF2-40B4-BE49-F238E27FC236}">
                <a16:creationId xmlns:a16="http://schemas.microsoft.com/office/drawing/2014/main" id="{6C945254-518F-4F13-BB23-5F730DD7CC4F}"/>
              </a:ext>
            </a:extLst>
          </p:cNvPr>
          <p:cNvSpPr/>
          <p:nvPr/>
        </p:nvSpPr>
        <p:spPr>
          <a:xfrm>
            <a:off x="9325285" y="1270558"/>
            <a:ext cx="1792872" cy="530816"/>
          </a:xfrm>
          <a:prstGeom prst="chevron">
            <a:avLst/>
          </a:prstGeom>
          <a:solidFill>
            <a:schemeClr val="accent6"/>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Monitor</a:t>
            </a:r>
          </a:p>
        </p:txBody>
      </p:sp>
      <p:sp>
        <p:nvSpPr>
          <p:cNvPr id="12" name="TextBox 11">
            <a:extLst>
              <a:ext uri="{FF2B5EF4-FFF2-40B4-BE49-F238E27FC236}">
                <a16:creationId xmlns:a16="http://schemas.microsoft.com/office/drawing/2014/main" id="{D9C54893-E32F-4118-A9D4-344397D8977E}"/>
              </a:ext>
            </a:extLst>
          </p:cNvPr>
          <p:cNvSpPr txBox="1"/>
          <p:nvPr/>
        </p:nvSpPr>
        <p:spPr>
          <a:xfrm rot="16200000">
            <a:off x="-171116" y="2625691"/>
            <a:ext cx="1146044" cy="523220"/>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mj-lt"/>
                <a:ea typeface="Open Sans" panose="020B0606030504020204" pitchFamily="34" charset="0"/>
                <a:cs typeface="Open Sans" panose="020B0606030504020204" pitchFamily="34" charset="0"/>
              </a:rPr>
              <a:t>App/Product Team</a:t>
            </a:r>
          </a:p>
        </p:txBody>
      </p:sp>
      <p:sp>
        <p:nvSpPr>
          <p:cNvPr id="17" name="TextBox 16">
            <a:extLst>
              <a:ext uri="{FF2B5EF4-FFF2-40B4-BE49-F238E27FC236}">
                <a16:creationId xmlns:a16="http://schemas.microsoft.com/office/drawing/2014/main" id="{C3FFAAF3-02CE-4545-B9A5-2ECABE1B8868}"/>
              </a:ext>
            </a:extLst>
          </p:cNvPr>
          <p:cNvSpPr txBox="1"/>
          <p:nvPr/>
        </p:nvSpPr>
        <p:spPr>
          <a:xfrm>
            <a:off x="2590694" y="5438265"/>
            <a:ext cx="1626917" cy="364202"/>
          </a:xfrm>
          <a:prstGeom prst="rect">
            <a:avLst/>
          </a:prstGeom>
          <a:noFill/>
        </p:spPr>
        <p:txBody>
          <a:bodyPr vert="horz" wrap="square" lIns="0" tIns="0" rIns="0" bIns="0" rtlCol="0">
            <a:spAutoFit/>
          </a:bodyPr>
          <a:lstStyle/>
          <a:p>
            <a:pPr marL="171450" marR="0" lvl="0" indent="-1714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effectLst/>
              <a:uLnTx/>
              <a:uFillTx/>
              <a:latin typeface="+mj-lt"/>
              <a:ea typeface="+mn-ea"/>
              <a:cs typeface="+mn-cs"/>
            </a:endParaRPr>
          </a:p>
          <a:p>
            <a:pPr marL="0" marR="0" lvl="0" indent="0" algn="l" defTabSz="1219170" rtl="0" eaLnBrk="1" fontAlgn="auto" latinLnBrk="0" hangingPunct="1">
              <a:lnSpc>
                <a:spcPct val="100000"/>
              </a:lnSpc>
              <a:spcBef>
                <a:spcPts val="200"/>
              </a:spcBef>
              <a:spcAft>
                <a:spcPts val="0"/>
              </a:spcAft>
              <a:buClrTx/>
              <a:buSzPct val="100000"/>
              <a:buFontTx/>
              <a:buNone/>
              <a:tabLst/>
              <a:defRPr/>
            </a:pPr>
            <a:endParaRPr kumimoji="0" lang="en-US" sz="1100" b="0" i="0" u="none" strike="noStrike" kern="1200" cap="none" spc="0" normalizeH="0" baseline="0" noProof="0">
              <a:ln>
                <a:noFill/>
              </a:ln>
              <a:effectLst/>
              <a:uLnTx/>
              <a:uFillTx/>
              <a:latin typeface="+mj-lt"/>
              <a:ea typeface="+mn-ea"/>
              <a:cs typeface="+mn-cs"/>
            </a:endParaRPr>
          </a:p>
        </p:txBody>
      </p:sp>
      <p:sp>
        <p:nvSpPr>
          <p:cNvPr id="27" name="TextBox 26">
            <a:extLst>
              <a:ext uri="{FF2B5EF4-FFF2-40B4-BE49-F238E27FC236}">
                <a16:creationId xmlns:a16="http://schemas.microsoft.com/office/drawing/2014/main" id="{8D9CCB93-7AD6-466C-9BEF-D14FF0707326}"/>
              </a:ext>
            </a:extLst>
          </p:cNvPr>
          <p:cNvSpPr txBox="1"/>
          <p:nvPr/>
        </p:nvSpPr>
        <p:spPr>
          <a:xfrm rot="16200000">
            <a:off x="-223730" y="4949151"/>
            <a:ext cx="1146044" cy="523220"/>
          </a:xfrm>
          <a:prstGeom prst="rect">
            <a:avLst/>
          </a:prstGeom>
          <a:solidFill>
            <a:schemeClr val="tx2"/>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mj-lt"/>
                <a:ea typeface="Open Sans" panose="020B0606030504020204" pitchFamily="34" charset="0"/>
                <a:cs typeface="Open Sans" panose="020B0606030504020204" pitchFamily="34" charset="0"/>
              </a:rPr>
              <a:t>AAPS Cookie Admin Team</a:t>
            </a:r>
          </a:p>
        </p:txBody>
      </p:sp>
      <p:sp>
        <p:nvSpPr>
          <p:cNvPr id="31" name="TextBox 30">
            <a:extLst>
              <a:ext uri="{FF2B5EF4-FFF2-40B4-BE49-F238E27FC236}">
                <a16:creationId xmlns:a16="http://schemas.microsoft.com/office/drawing/2014/main" id="{8A04E2C3-71D8-463A-9E48-B15C12E009EB}"/>
              </a:ext>
            </a:extLst>
          </p:cNvPr>
          <p:cNvSpPr txBox="1"/>
          <p:nvPr/>
        </p:nvSpPr>
        <p:spPr>
          <a:xfrm rot="16200000">
            <a:off x="31152" y="1366688"/>
            <a:ext cx="77120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latin typeface="+mj-lt"/>
                <a:ea typeface="Open Sans" panose="020B0606030504020204" pitchFamily="34" charset="0"/>
                <a:cs typeface="Open Sans" panose="020B0606030504020204" pitchFamily="34" charset="0"/>
              </a:rPr>
              <a:t>PHASE</a:t>
            </a:r>
            <a:endParaRPr kumimoji="0" lang="en-US" sz="1600" b="1" i="0" u="none" strike="noStrike" kern="1200" cap="none" spc="0" normalizeH="0" baseline="0" noProof="0">
              <a:ln>
                <a:noFill/>
              </a:ln>
              <a:effectLst/>
              <a:uLnTx/>
              <a:uFillTx/>
              <a:latin typeface="+mj-lt"/>
              <a:ea typeface="Open Sans" panose="020B0606030504020204" pitchFamily="34" charset="0"/>
              <a:cs typeface="Open Sans" panose="020B0606030504020204" pitchFamily="34" charset="0"/>
            </a:endParaRPr>
          </a:p>
        </p:txBody>
      </p:sp>
      <p:graphicFrame>
        <p:nvGraphicFramePr>
          <p:cNvPr id="32" name="Table 32">
            <a:extLst>
              <a:ext uri="{FF2B5EF4-FFF2-40B4-BE49-F238E27FC236}">
                <a16:creationId xmlns:a16="http://schemas.microsoft.com/office/drawing/2014/main" id="{FEEC09DC-44DF-4194-B074-B3C83C383FDB}"/>
              </a:ext>
            </a:extLst>
          </p:cNvPr>
          <p:cNvGraphicFramePr>
            <a:graphicFrameLocks noGrp="1"/>
          </p:cNvGraphicFramePr>
          <p:nvPr>
            <p:extLst>
              <p:ext uri="{D42A27DB-BD31-4B8C-83A1-F6EECF244321}">
                <p14:modId xmlns:p14="http://schemas.microsoft.com/office/powerpoint/2010/main" val="890454207"/>
              </p:ext>
            </p:extLst>
          </p:nvPr>
        </p:nvGraphicFramePr>
        <p:xfrm>
          <a:off x="747815" y="1967714"/>
          <a:ext cx="9900078" cy="2468880"/>
        </p:xfrm>
        <a:graphic>
          <a:graphicData uri="http://schemas.openxmlformats.org/drawingml/2006/table">
            <a:tbl>
              <a:tblPr bandRow="1">
                <a:tableStyleId>{2D5ABB26-0587-4C30-8999-92F81FD0307C}</a:tableStyleId>
              </a:tblPr>
              <a:tblGrid>
                <a:gridCol w="2315655">
                  <a:extLst>
                    <a:ext uri="{9D8B030D-6E8A-4147-A177-3AD203B41FA5}">
                      <a16:colId xmlns:a16="http://schemas.microsoft.com/office/drawing/2014/main" val="518670590"/>
                    </a:ext>
                  </a:extLst>
                </a:gridCol>
                <a:gridCol w="2126839">
                  <a:extLst>
                    <a:ext uri="{9D8B030D-6E8A-4147-A177-3AD203B41FA5}">
                      <a16:colId xmlns:a16="http://schemas.microsoft.com/office/drawing/2014/main" val="3711679558"/>
                    </a:ext>
                  </a:extLst>
                </a:gridCol>
                <a:gridCol w="2333897">
                  <a:extLst>
                    <a:ext uri="{9D8B030D-6E8A-4147-A177-3AD203B41FA5}">
                      <a16:colId xmlns:a16="http://schemas.microsoft.com/office/drawing/2014/main" val="56277169"/>
                    </a:ext>
                  </a:extLst>
                </a:gridCol>
                <a:gridCol w="1645920">
                  <a:extLst>
                    <a:ext uri="{9D8B030D-6E8A-4147-A177-3AD203B41FA5}">
                      <a16:colId xmlns:a16="http://schemas.microsoft.com/office/drawing/2014/main" val="1579690610"/>
                    </a:ext>
                  </a:extLst>
                </a:gridCol>
                <a:gridCol w="1477767">
                  <a:extLst>
                    <a:ext uri="{9D8B030D-6E8A-4147-A177-3AD203B41FA5}">
                      <a16:colId xmlns:a16="http://schemas.microsoft.com/office/drawing/2014/main" val="3116803449"/>
                    </a:ext>
                  </a:extLst>
                </a:gridCol>
              </a:tblGrid>
              <a:tr h="1053163">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u="none" strike="noStrike" kern="1200" cap="none" spc="0" normalizeH="0" baseline="0" noProof="0">
                          <a:ln>
                            <a:noFill/>
                          </a:ln>
                          <a:effectLst/>
                          <a:uLnTx/>
                          <a:uFillTx/>
                        </a:rPr>
                        <a:t>Confirm Inventory of Apps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Complete Cookie Survey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Provides URL’s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Reviews the Scan results provided by the cookie admin team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200" u="none" strike="noStrike" kern="1200" cap="none" spc="0" normalizeH="0" baseline="0" noProof="0">
                          <a:ln>
                            <a:noFill/>
                          </a:ln>
                          <a:effectLst/>
                          <a:uLnTx/>
                          <a:uFillTx/>
                        </a:rPr>
                        <a:t>MFA enabled apps; team may need to run manual scans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tcPr>
                </a:tc>
                <a:tc>
                  <a:txBody>
                    <a:bodyPr/>
                    <a:lstStyle/>
                    <a:p>
                      <a:pPr marL="120650" marR="0" lvl="0" indent="-120650" algn="l" defTabSz="914400" rtl="0" eaLnBrk="1" fontAlgn="auto" latinLnBrk="0" hangingPunct="1">
                        <a:lnSpc>
                          <a:spcPct val="100000"/>
                        </a:lnSpc>
                        <a:spcBef>
                          <a:spcPts val="600"/>
                        </a:spcBef>
                        <a:spcAft>
                          <a:spcPts val="0"/>
                        </a:spcAft>
                        <a:buClrTx/>
                        <a:buSzPct val="100000"/>
                        <a:buFont typeface="Arial"/>
                        <a:buChar char="•"/>
                        <a:tabLst/>
                        <a:defRPr/>
                      </a:pPr>
                      <a:r>
                        <a:rPr kumimoji="0" lang="en-US" sz="1200" u="none" strike="noStrike" kern="1200" cap="none" spc="0" normalizeH="0" baseline="0" noProof="0">
                          <a:ln>
                            <a:noFill/>
                          </a:ln>
                          <a:effectLst/>
                          <a:uLnTx/>
                          <a:uFillTx/>
                        </a:rPr>
                        <a:t>Categorize cookies based on scan results confirming they are correctly aligned to the proper category **</a:t>
                      </a:r>
                    </a:p>
                    <a:p>
                      <a:pPr marL="0" marR="0" lvl="0" indent="0" algn="l" defTabSz="914400" rtl="0" eaLnBrk="1" fontAlgn="auto" latinLnBrk="0" hangingPunct="1">
                        <a:lnSpc>
                          <a:spcPct val="100000"/>
                        </a:lnSpc>
                        <a:spcBef>
                          <a:spcPts val="600"/>
                        </a:spcBef>
                        <a:spcAft>
                          <a:spcPts val="0"/>
                        </a:spcAft>
                        <a:buClrTx/>
                        <a:buSzPct val="100000"/>
                        <a:buFont typeface="Arial"/>
                        <a:buNone/>
                        <a:tabLst/>
                        <a:defRPr/>
                      </a:pPr>
                      <a:endParaRPr kumimoji="0" lang="en-US" sz="1200" u="none" strike="noStrike" kern="1200" cap="none" spc="0" normalizeH="0" baseline="0" noProof="0">
                        <a:ln>
                          <a:noFill/>
                        </a:ln>
                        <a:effectLst/>
                        <a:uLnTx/>
                        <a:uFillTx/>
                      </a:endParaRPr>
                    </a:p>
                    <a:p>
                      <a:endParaRPr lang="en-US" sz="120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tcPr>
                </a:tc>
                <a:tc>
                  <a:txBody>
                    <a:bodyPr/>
                    <a:lstStyle/>
                    <a:p>
                      <a:pPr marL="457200" marR="0" lvl="1" indent="-403225" algn="l" defTabSz="914400" rtl="0" eaLnBrk="1" fontAlgn="auto" latinLnBrk="0" hangingPunct="1">
                        <a:lnSpc>
                          <a:spcPct val="100000"/>
                        </a:lnSpc>
                        <a:spcAft>
                          <a:spcPts val="0"/>
                        </a:spcAft>
                        <a:buClrTx/>
                        <a:buSzPct val="100000"/>
                        <a:buFont typeface="Arial"/>
                        <a:buNone/>
                        <a:tabLst/>
                        <a:defRPr/>
                      </a:pPr>
                      <a:r>
                        <a:rPr kumimoji="0" lang="en-US" sz="1200" u="none" strike="noStrike" kern="1200" cap="none" spc="0" normalizeH="0" baseline="0" noProof="0">
                          <a:ln>
                            <a:noFill/>
                          </a:ln>
                          <a:effectLst/>
                          <a:uLnTx/>
                          <a:uFillTx/>
                        </a:rPr>
                        <a:t>Test/validate</a:t>
                      </a:r>
                    </a:p>
                    <a:p>
                      <a:pPr marL="225425" marR="0" lvl="1" indent="-171450" algn="l" defTabSz="914400" rtl="0" eaLnBrk="1" fontAlgn="auto" latinLnBrk="0" hangingPunct="1">
                        <a:lnSpc>
                          <a:spcPct val="100000"/>
                        </a:lnSpc>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Implement scripts</a:t>
                      </a:r>
                    </a:p>
                    <a:p>
                      <a:pPr marL="225425" marR="0" lvl="1" indent="-171450" algn="l" defTabSz="914400" rtl="0" eaLnBrk="1" fontAlgn="auto" latinLnBrk="0" hangingPunct="1">
                        <a:lnSpc>
                          <a:spcPct val="100000"/>
                        </a:lnSpc>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Test cookie blocking</a:t>
                      </a:r>
                    </a:p>
                    <a:p>
                      <a:pPr marL="225425" marR="0" lvl="1" indent="-171450" algn="l" defTabSz="914400" rtl="0" eaLnBrk="1" fontAlgn="auto" latinLnBrk="0" hangingPunct="1">
                        <a:lnSpc>
                          <a:spcPct val="100000"/>
                        </a:lnSpc>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Ensure Privacy statement and cookie notification appear as expected</a:t>
                      </a:r>
                    </a:p>
                    <a:p>
                      <a:pPr marL="225425" marR="0" lvl="1" indent="-171450" algn="l" defTabSz="914400" rtl="0" eaLnBrk="1" fontAlgn="auto" latinLnBrk="0" hangingPunct="1">
                        <a:lnSpc>
                          <a:spcPct val="100000"/>
                        </a:lnSpc>
                        <a:spcAft>
                          <a:spcPts val="0"/>
                        </a:spcAft>
                        <a:buClrTx/>
                        <a:buSzPct val="100000"/>
                        <a:buFont typeface="Arial" panose="020B0604020202020204" pitchFamily="34" charset="0"/>
                        <a:buChar char="•"/>
                        <a:tabLst/>
                        <a:defRPr/>
                      </a:pPr>
                      <a:r>
                        <a:rPr kumimoji="0" lang="en-US" sz="1200" b="0" u="none" strike="noStrike" kern="1200" cap="none" spc="0" normalizeH="0" baseline="0" noProof="0">
                          <a:ln>
                            <a:noFill/>
                          </a:ln>
                          <a:effectLst/>
                          <a:uLnTx/>
                          <a:uFillTx/>
                        </a:rPr>
                        <a:t>May need to remediate blocked functionality</a:t>
                      </a:r>
                    </a:p>
                    <a:p>
                      <a:pPr marL="225425" marR="0" lvl="1" indent="-171450" algn="l" defTabSz="914400" rtl="0" eaLnBrk="1" fontAlgn="auto" latinLnBrk="0" hangingPunct="1">
                        <a:lnSpc>
                          <a:spcPct val="100000"/>
                        </a:lnSpc>
                        <a:spcAft>
                          <a:spcPts val="0"/>
                        </a:spcAft>
                        <a:buClrTx/>
                        <a:buSzPct val="100000"/>
                        <a:buFont typeface="Arial" panose="020B0604020202020204" pitchFamily="34" charset="0"/>
                        <a:buChar char="•"/>
                        <a:tabLst/>
                        <a:defRPr/>
                      </a:pPr>
                      <a:r>
                        <a:rPr kumimoji="0" lang="en-US" sz="1200" b="0" u="none" strike="noStrike" kern="1200" cap="none" spc="0" normalizeH="0" baseline="0" noProof="0">
                          <a:ln>
                            <a:noFill/>
                          </a:ln>
                          <a:effectLst/>
                          <a:uLnTx/>
                          <a:uFillTx/>
                        </a:rPr>
                        <a:t>Might need to apply for exception to the category of a cookie </a:t>
                      </a:r>
                      <a:r>
                        <a:rPr kumimoji="0" lang="en-US" sz="1200" b="0" u="none" strike="noStrike" kern="1200" cap="none" spc="0" normalizeH="0" baseline="0" noProof="0" err="1">
                          <a:ln>
                            <a:noFill/>
                          </a:ln>
                          <a:effectLst/>
                          <a:uLnTx/>
                          <a:uFillTx/>
                        </a:rPr>
                        <a:t>i.e</a:t>
                      </a:r>
                      <a:r>
                        <a:rPr kumimoji="0" lang="en-US" sz="1200" b="0" u="none" strike="noStrike" kern="1200" cap="none" spc="0" normalizeH="0" baseline="0" noProof="0">
                          <a:ln>
                            <a:noFill/>
                          </a:ln>
                          <a:effectLst/>
                          <a:uLnTx/>
                          <a:uFillTx/>
                        </a:rPr>
                        <a:t> Omniture</a:t>
                      </a:r>
                    </a:p>
                    <a:p>
                      <a:pPr marL="225425" marR="0" lvl="1"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Validate end to end UX</a:t>
                      </a:r>
                    </a:p>
                    <a:p>
                      <a:pPr marL="53975" marR="0" lvl="1" indent="0" algn="l" defTabSz="914400" rtl="0" eaLnBrk="1" fontAlgn="auto" latinLnBrk="0" hangingPunct="1">
                        <a:lnSpc>
                          <a:spcPct val="100000"/>
                        </a:lnSpc>
                        <a:spcAft>
                          <a:spcPts val="0"/>
                        </a:spcAft>
                        <a:buClrTx/>
                        <a:buSzPct val="100000"/>
                        <a:buFont typeface="Arial" panose="020B0604020202020204" pitchFamily="34" charset="0"/>
                        <a:buNone/>
                        <a:tabLst/>
                        <a:defRPr/>
                      </a:pPr>
                      <a:endParaRPr kumimoji="0" lang="en-US" sz="1200" u="none" strike="noStrike" kern="1200" cap="none" spc="0" normalizeH="0" baseline="0" noProof="0">
                        <a:ln>
                          <a:noFill/>
                        </a:ln>
                        <a:effectLst/>
                        <a:uLnTx/>
                        <a:uFillTx/>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tcPr>
                </a:tc>
                <a:tc>
                  <a:txBody>
                    <a:bodyPr/>
                    <a:lstStyle/>
                    <a:p>
                      <a:pPr marL="17462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u="none" strike="noStrike" kern="1200" cap="none" spc="0" normalizeH="0" baseline="0" noProof="0">
                          <a:ln>
                            <a:noFill/>
                          </a:ln>
                          <a:effectLst/>
                          <a:uLnTx/>
                          <a:uFillTx/>
                        </a:rPr>
                        <a:t>Schedule go-live and provide updates to local </a:t>
                      </a:r>
                      <a:r>
                        <a:rPr kumimoji="0" lang="en-US" sz="1200" u="none" strike="noStrike" kern="1200" cap="none" spc="0" normalizeH="0" baseline="0" noProof="0" err="1">
                          <a:ln>
                            <a:noFill/>
                          </a:ln>
                          <a:effectLst/>
                          <a:uLnTx/>
                          <a:uFillTx/>
                        </a:rPr>
                        <a:t>OneTrust</a:t>
                      </a:r>
                      <a:r>
                        <a:rPr kumimoji="0" lang="en-US" sz="1200" u="none" strike="noStrike" kern="1200" cap="none" spc="0" normalizeH="0" baseline="0" noProof="0">
                          <a:ln>
                            <a:noFill/>
                          </a:ln>
                          <a:effectLst/>
                          <a:uLnTx/>
                          <a:uFillTx/>
                        </a:rPr>
                        <a:t> admin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tcPr>
                </a:tc>
                <a:tc>
                  <a:txBody>
                    <a:bodyPr/>
                    <a:lstStyle/>
                    <a:p>
                      <a:endParaRPr lang="en-US" sz="1200"/>
                    </a:p>
                  </a:txBody>
                  <a:tcPr>
                    <a:lnL w="12700" cap="flat" cmpd="sng" algn="ctr">
                      <a:solidFill>
                        <a:schemeClr val="bg2"/>
                      </a:solidFill>
                      <a:prstDash val="solid"/>
                      <a:round/>
                      <a:headEnd type="none" w="med" len="med"/>
                      <a:tailEnd type="none" w="med" len="med"/>
                    </a:lnL>
                  </a:tcPr>
                </a:tc>
                <a:extLst>
                  <a:ext uri="{0D108BD9-81ED-4DB2-BD59-A6C34878D82A}">
                    <a16:rowId xmlns:a16="http://schemas.microsoft.com/office/drawing/2014/main" val="3727120239"/>
                  </a:ext>
                </a:extLst>
              </a:tr>
            </a:tbl>
          </a:graphicData>
        </a:graphic>
      </p:graphicFrame>
      <p:graphicFrame>
        <p:nvGraphicFramePr>
          <p:cNvPr id="37" name="Table 32">
            <a:extLst>
              <a:ext uri="{FF2B5EF4-FFF2-40B4-BE49-F238E27FC236}">
                <a16:creationId xmlns:a16="http://schemas.microsoft.com/office/drawing/2014/main" id="{8C0BC64A-1D0C-4351-B323-10706ACF7F26}"/>
              </a:ext>
            </a:extLst>
          </p:cNvPr>
          <p:cNvGraphicFramePr>
            <a:graphicFrameLocks noGrp="1"/>
          </p:cNvGraphicFramePr>
          <p:nvPr>
            <p:extLst>
              <p:ext uri="{D42A27DB-BD31-4B8C-83A1-F6EECF244321}">
                <p14:modId xmlns:p14="http://schemas.microsoft.com/office/powerpoint/2010/main" val="174791415"/>
              </p:ext>
            </p:extLst>
          </p:nvPr>
        </p:nvGraphicFramePr>
        <p:xfrm>
          <a:off x="747815" y="4436594"/>
          <a:ext cx="10094356" cy="1813560"/>
        </p:xfrm>
        <a:graphic>
          <a:graphicData uri="http://schemas.openxmlformats.org/drawingml/2006/table">
            <a:tbl>
              <a:tblPr bandRow="1">
                <a:tableStyleId>{2D5ABB26-0587-4C30-8999-92F81FD0307C}</a:tableStyleId>
              </a:tblPr>
              <a:tblGrid>
                <a:gridCol w="2300185">
                  <a:extLst>
                    <a:ext uri="{9D8B030D-6E8A-4147-A177-3AD203B41FA5}">
                      <a16:colId xmlns:a16="http://schemas.microsoft.com/office/drawing/2014/main" val="518670590"/>
                    </a:ext>
                  </a:extLst>
                </a:gridCol>
                <a:gridCol w="2151017">
                  <a:extLst>
                    <a:ext uri="{9D8B030D-6E8A-4147-A177-3AD203B41FA5}">
                      <a16:colId xmlns:a16="http://schemas.microsoft.com/office/drawing/2014/main" val="3711679558"/>
                    </a:ext>
                  </a:extLst>
                </a:gridCol>
                <a:gridCol w="2328700">
                  <a:extLst>
                    <a:ext uri="{9D8B030D-6E8A-4147-A177-3AD203B41FA5}">
                      <a16:colId xmlns:a16="http://schemas.microsoft.com/office/drawing/2014/main" val="56277169"/>
                    </a:ext>
                  </a:extLst>
                </a:gridCol>
                <a:gridCol w="1650248">
                  <a:extLst>
                    <a:ext uri="{9D8B030D-6E8A-4147-A177-3AD203B41FA5}">
                      <a16:colId xmlns:a16="http://schemas.microsoft.com/office/drawing/2014/main" val="1579690610"/>
                    </a:ext>
                  </a:extLst>
                </a:gridCol>
                <a:gridCol w="1664206">
                  <a:extLst>
                    <a:ext uri="{9D8B030D-6E8A-4147-A177-3AD203B41FA5}">
                      <a16:colId xmlns:a16="http://schemas.microsoft.com/office/drawing/2014/main" val="3116803449"/>
                    </a:ext>
                  </a:extLst>
                </a:gridCol>
              </a:tblGrid>
              <a:tr h="1640549">
                <a:tc>
                  <a:txBody>
                    <a:bodyPr/>
                    <a:lstStyle/>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Maintain Octopus</a:t>
                      </a:r>
                    </a:p>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Configure URL’s in “One Trust”</a:t>
                      </a:r>
                    </a:p>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Perform scan of URL’s and provide results to App/product teams</a:t>
                      </a:r>
                      <a:endParaRPr kumimoji="0" lang="en-US" sz="1200" b="0"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20650" indent="-120650" defTabSz="1219170">
                        <a:spcBef>
                          <a:spcPts val="200"/>
                        </a:spcBef>
                        <a:buSzPct val="100000"/>
                        <a:buFont typeface="Arial" panose="020B0604020202020204" pitchFamily="34" charset="0"/>
                        <a:buChar char="•"/>
                        <a:defRPr/>
                      </a:pPr>
                      <a:r>
                        <a:rPr lang="en-US" sz="1200" kern="1200"/>
                        <a:t>Review team's cookie categorization to ensure compliance </a:t>
                      </a:r>
                    </a:p>
                    <a:p>
                      <a:pPr marL="120650" indent="-120650" defTabSz="1219170">
                        <a:spcBef>
                          <a:spcPts val="200"/>
                        </a:spcBef>
                        <a:buSzPct val="100000"/>
                        <a:buFont typeface="Arial" panose="020B0604020202020204" pitchFamily="34" charset="0"/>
                        <a:buChar char="•"/>
                        <a:defRPr/>
                      </a:pPr>
                      <a:r>
                        <a:rPr lang="en-US" sz="1200" kern="1200"/>
                        <a:t>Categorize the final config of cookies in admin tool</a:t>
                      </a:r>
                    </a:p>
                    <a:p>
                      <a:pPr marL="120650" indent="-120650" defTabSz="1219170">
                        <a:spcBef>
                          <a:spcPts val="200"/>
                        </a:spcBef>
                        <a:buSzPct val="100000"/>
                        <a:buFont typeface="Arial" panose="020B0604020202020204" pitchFamily="34" charset="0"/>
                        <a:buChar char="•"/>
                        <a:defRPr/>
                      </a:pPr>
                      <a:r>
                        <a:rPr lang="en-US" sz="1200" kern="1200"/>
                        <a:t>Create Test/prod scripts, provide to app teams</a:t>
                      </a:r>
                    </a:p>
                    <a:p>
                      <a:pPr marL="120650" indent="-120650" defTabSz="1219170">
                        <a:spcBef>
                          <a:spcPts val="200"/>
                        </a:spcBef>
                        <a:buSzPct val="100000"/>
                        <a:buFont typeface="Arial" panose="020B0604020202020204" pitchFamily="34" charset="0"/>
                        <a:buChar char="•"/>
                        <a:defRPr/>
                      </a:pPr>
                      <a:r>
                        <a:rPr lang="en-US" sz="1200" kern="1200"/>
                        <a:t>Produce URL link and publish banner for app team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71450" marR="0" lvl="1"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Provide scenarios </a:t>
                      </a:r>
                      <a:r>
                        <a:rPr lang="en-US" sz="1200" kern="1200"/>
                        <a:t>to</a:t>
                      </a:r>
                      <a:r>
                        <a:rPr kumimoji="0" lang="en-US" sz="1200" u="none" strike="noStrike" kern="1200" cap="none" spc="0" normalizeH="0" baseline="0" noProof="0">
                          <a:ln>
                            <a:noFill/>
                          </a:ln>
                          <a:effectLst/>
                          <a:uLnTx/>
                          <a:uFillTx/>
                        </a:rPr>
                        <a:t> app teams to test with (Toolkit)</a:t>
                      </a:r>
                    </a:p>
                    <a:p>
                      <a:pPr marL="171450" marR="0" lvl="1"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Engage broader cookie program for any platform issues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Support for Application team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mn-cs"/>
                        </a:rPr>
                        <a:t>Day 1 Support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Monitor progress and  reporting</a:t>
                      </a:r>
                    </a:p>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Quarterly scans to identify changes in cookies</a:t>
                      </a:r>
                    </a:p>
                    <a:p>
                      <a:pPr marL="120650" marR="0" lvl="0" indent="-120650" algn="l" defTabSz="1219170" rtl="0" eaLnBrk="1" fontAlgn="auto" latinLnBrk="0" hangingPunct="1">
                        <a:lnSpc>
                          <a:spcPct val="100000"/>
                        </a:lnSpc>
                        <a:spcBef>
                          <a:spcPts val="200"/>
                        </a:spcBef>
                        <a:spcAft>
                          <a:spcPts val="0"/>
                        </a:spcAft>
                        <a:buClrTx/>
                        <a:buSzPct val="100000"/>
                        <a:buFont typeface="Arial" panose="020B0604020202020204" pitchFamily="34" charset="0"/>
                        <a:buChar char="•"/>
                        <a:tabLst/>
                        <a:defRPr/>
                      </a:pPr>
                      <a:r>
                        <a:rPr kumimoji="0" lang="en-US" sz="1200" u="none" strike="noStrike" kern="1200" cap="none" spc="0" normalizeH="0" baseline="0" noProof="0">
                          <a:ln>
                            <a:noFill/>
                          </a:ln>
                          <a:effectLst/>
                          <a:uLnTx/>
                          <a:uFillTx/>
                        </a:rPr>
                        <a:t>Raise requests for “</a:t>
                      </a:r>
                      <a:r>
                        <a:rPr kumimoji="0" lang="en-US" sz="1200" u="none" strike="noStrike" kern="1200" cap="none" spc="0" normalizeH="0" baseline="0" noProof="0" err="1">
                          <a:ln>
                            <a:noFill/>
                          </a:ln>
                          <a:effectLst/>
                          <a:uLnTx/>
                          <a:uFillTx/>
                        </a:rPr>
                        <a:t>OneTrust</a:t>
                      </a:r>
                      <a:r>
                        <a:rPr kumimoji="0" lang="en-US" sz="1200" u="none" strike="noStrike" kern="1200" cap="none" spc="0" normalizeH="0" baseline="0" noProof="0">
                          <a:ln>
                            <a:noFill/>
                          </a:ln>
                          <a:effectLst/>
                          <a:uLnTx/>
                          <a:uFillTx/>
                        </a:rPr>
                        <a:t>” platform issues/enhancements</a:t>
                      </a:r>
                      <a:endParaRPr kumimoji="0" lang="en-US" sz="1200" b="0" i="0" u="none" strike="noStrike" kern="1200" cap="none" spc="0" normalizeH="0" baseline="0" noProof="0">
                        <a:ln>
                          <a:noFill/>
                        </a:ln>
                        <a:solidFill>
                          <a:schemeClr val="tx1"/>
                        </a:solidFill>
                        <a:effectLst/>
                        <a:uLnTx/>
                        <a:uFillTx/>
                        <a:latin typeface="+mn-lt"/>
                        <a:ea typeface="+mn-ea"/>
                        <a:cs typeface="+mn-cs"/>
                      </a:endParaRPr>
                    </a:p>
                  </a:txBody>
                  <a:tcPr>
                    <a:lnL w="12700" cap="flat" cmpd="sng" algn="ctr">
                      <a:solidFill>
                        <a:schemeClr val="bg2"/>
                      </a:solidFill>
                      <a:prstDash val="solid"/>
                      <a:round/>
                      <a:headEnd type="none" w="med" len="med"/>
                      <a:tailEnd type="none" w="med" len="med"/>
                    </a:lnL>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727120239"/>
                  </a:ext>
                </a:extLst>
              </a:tr>
            </a:tbl>
          </a:graphicData>
        </a:graphic>
      </p:graphicFrame>
      <p:sp>
        <p:nvSpPr>
          <p:cNvPr id="18" name="Arrow: Pentagon 54">
            <a:extLst>
              <a:ext uri="{FF2B5EF4-FFF2-40B4-BE49-F238E27FC236}">
                <a16:creationId xmlns:a16="http://schemas.microsoft.com/office/drawing/2014/main" id="{7B80469D-6D26-4158-BC12-D9E98B3D0CBB}"/>
              </a:ext>
            </a:extLst>
          </p:cNvPr>
          <p:cNvSpPr/>
          <p:nvPr/>
        </p:nvSpPr>
        <p:spPr>
          <a:xfrm>
            <a:off x="663517" y="907930"/>
            <a:ext cx="10178654" cy="276557"/>
          </a:xfrm>
          <a:prstGeom prst="homePlate">
            <a:avLst/>
          </a:prstGeom>
          <a:solidFill>
            <a:schemeClr val="tx2">
              <a:lumMod val="90000"/>
            </a:schemeClr>
          </a:solidFill>
          <a:ln w="12700" cap="flat" cmpd="sng" algn="ctr">
            <a:noFill/>
            <a:prstDash val="solid"/>
            <a:miter lim="800000"/>
          </a:ln>
          <a:effectLst>
            <a:outerShdw blurRad="50800" dist="38100" dir="2700000" algn="tl" rotWithShape="0">
              <a:prstClr val="black">
                <a:alpha val="40000"/>
              </a:prstClr>
            </a:outerShdw>
          </a:effectLst>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rPr>
              <a:t>Remediation</a:t>
            </a:r>
            <a:endParaRPr kumimoji="0" lang="en-US" sz="1200" b="1" i="0" u="none" strike="sngStrike" kern="0" cap="none" spc="0" normalizeH="0" baseline="0" noProof="0">
              <a:ln>
                <a:noFill/>
              </a:ln>
              <a:solidFill>
                <a:schemeClr val="bg1"/>
              </a:solidFill>
              <a:effectLst/>
              <a:uLnTx/>
              <a:uFillTx/>
              <a:latin typeface="+mj-lt"/>
              <a:ea typeface="Open Sans Semibold" panose="020B0606030504020204" pitchFamily="34" charset="0"/>
              <a:cs typeface="Open Sans Semibold" panose="020B0606030504020204" pitchFamily="34" charset="0"/>
            </a:endParaRPr>
          </a:p>
        </p:txBody>
      </p:sp>
    </p:spTree>
    <p:extLst>
      <p:ext uri="{BB962C8B-B14F-4D97-AF65-F5344CB8AC3E}">
        <p14:creationId xmlns:p14="http://schemas.microsoft.com/office/powerpoint/2010/main" val="196946623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5"/>
              <a:t>US</a:t>
            </a:r>
            <a:r>
              <a:rPr lang="en-US"/>
              <a:t> </a:t>
            </a:r>
            <a:r>
              <a:rPr lang="en-US" spc="-10"/>
              <a:t>Cookie</a:t>
            </a:r>
            <a:r>
              <a:rPr lang="en-US" spc="5"/>
              <a:t> Consent Program</a:t>
            </a:r>
            <a:r>
              <a:rPr lang="en-US" spc="-5"/>
              <a:t> </a:t>
            </a:r>
            <a:r>
              <a:rPr lang="en-US"/>
              <a:t>| </a:t>
            </a:r>
            <a:r>
              <a:rPr lang="en-US">
                <a:solidFill>
                  <a:srgbClr val="86BC25"/>
                </a:solidFill>
                <a:cs typeface="Calibri Light"/>
              </a:rPr>
              <a:t>Cookie Categories</a:t>
            </a:r>
            <a:endParaRPr lang="en-US"/>
          </a:p>
        </p:txBody>
      </p:sp>
      <p:sp>
        <p:nvSpPr>
          <p:cNvPr id="7" name="Text Placeholder 3">
            <a:extLst>
              <a:ext uri="{FF2B5EF4-FFF2-40B4-BE49-F238E27FC236}">
                <a16:creationId xmlns:a16="http://schemas.microsoft.com/office/drawing/2014/main" id="{7E6F7A0E-15A6-4AC5-84BA-B38569643FE9}"/>
              </a:ext>
            </a:extLst>
          </p:cNvPr>
          <p:cNvSpPr txBox="1">
            <a:spLocks noChangeAspect="1"/>
          </p:cNvSpPr>
          <p:nvPr/>
        </p:nvSpPr>
        <p:spPr>
          <a:xfrm>
            <a:off x="1152939" y="2313972"/>
            <a:ext cx="1691640" cy="2932201"/>
          </a:xfrm>
          <a:prstGeom prst="rect">
            <a:avLst/>
          </a:prstGeom>
        </p:spPr>
        <p:txBody>
          <a:bodyPr vert="horz" lIns="0" tIns="0" rIns="0" bIns="0" rtlCol="0">
            <a:normAutofit/>
          </a:bodyPr>
          <a:lstStyle>
            <a:lvl1pPr marL="0" indent="0" algn="l" defTabSz="685800" rtl="0" eaLnBrk="1" latinLnBrk="0" hangingPunct="1">
              <a:spcBef>
                <a:spcPts val="0"/>
              </a:spcBef>
              <a:spcAft>
                <a:spcPts val="750"/>
              </a:spcAft>
              <a:buSzPct val="100000"/>
              <a:buFontTx/>
              <a:buNone/>
              <a:defRPr sz="1300" b="1" kern="1200">
                <a:solidFill>
                  <a:schemeClr val="bg1"/>
                </a:solidFill>
                <a:latin typeface="+mj-lt"/>
                <a:ea typeface="+mn-ea"/>
                <a:cs typeface="Calibri Light" panose="020F0302020204030204" pitchFamily="34" charset="0"/>
              </a:defRPr>
            </a:lvl1pPr>
            <a:lvl2pPr marL="104775" indent="-104775" algn="l" defTabSz="685800" rtl="0" eaLnBrk="1" latinLnBrk="0" hangingPunct="1">
              <a:spcBef>
                <a:spcPts val="0"/>
              </a:spcBef>
              <a:spcAft>
                <a:spcPts val="1000"/>
              </a:spcAft>
              <a:buClrTx/>
              <a:buSzPct val="100000"/>
              <a:buFont typeface="Arial" panose="020B0604020202020204" pitchFamily="34" charset="0"/>
              <a:buChar char="•"/>
              <a:defRPr lang="en-US" sz="1300" b="0" kern="1200">
                <a:solidFill>
                  <a:schemeClr val="bg1"/>
                </a:solidFill>
                <a:latin typeface="+mn-lt"/>
                <a:ea typeface="+mn-ea"/>
                <a:cs typeface="Calibri Light" panose="020F0302020204030204" pitchFamily="34" charset="0"/>
              </a:defRPr>
            </a:lvl2pPr>
            <a:lvl3pPr marL="228600"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6pPr>
            <a:lvl7pPr marL="356391" indent="-176396" algn="l" defTabSz="685800" rtl="0" eaLnBrk="1" latinLnBrk="0" hangingPunct="1">
              <a:spcBef>
                <a:spcPts val="0"/>
              </a:spcBef>
              <a:spcAft>
                <a:spcPts val="1000"/>
              </a:spcAft>
              <a:buFont typeface="Verdana" panose="020B0604030504040204" pitchFamily="34" charset="0"/>
              <a:buChar char="−"/>
              <a:defRPr sz="900" kern="1200">
                <a:solidFill>
                  <a:schemeClr val="bg1"/>
                </a:solidFill>
                <a:latin typeface="+mn-lt"/>
                <a:ea typeface="+mn-ea"/>
                <a:cs typeface="+mn-cs"/>
              </a:defRPr>
            </a:lvl7pPr>
            <a:lvl8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8pPr>
            <a:lvl9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9pPr>
          </a:lstStyle>
          <a:p>
            <a:pPr marL="0" marR="0" lvl="0" indent="0" algn="ctr" defTabSz="685800" rtl="0" eaLnBrk="1" fontAlgn="ctr" latinLnBrk="0" hangingPunct="1">
              <a:lnSpc>
                <a:spcPct val="100000"/>
              </a:lnSpc>
              <a:spcBef>
                <a:spcPts val="0"/>
              </a:spcBef>
              <a:spcAft>
                <a:spcPts val="750"/>
              </a:spcAft>
              <a:buClrTx/>
              <a:buSzPct val="100000"/>
              <a:buFontTx/>
              <a:buNone/>
              <a:tabLst/>
              <a:defRPr/>
            </a:pPr>
            <a:r>
              <a:rPr kumimoji="0" lang="en-US" sz="1500" b="1"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Strictly Necessary Cookies</a:t>
            </a:r>
          </a:p>
          <a:p>
            <a:pPr marL="0" marR="0" lvl="0" indent="0" algn="just" defTabSz="685800" rtl="0" eaLnBrk="1" fontAlgn="b" latinLnBrk="0" hangingPunct="1">
              <a:lnSpc>
                <a:spcPct val="100000"/>
              </a:lnSpc>
              <a:spcBef>
                <a:spcPts val="0"/>
              </a:spcBef>
              <a:spcAft>
                <a:spcPts val="750"/>
              </a:spcAft>
              <a:buClrTx/>
              <a:buSzPct val="100000"/>
              <a:buFontTx/>
              <a:buNone/>
              <a:tabLst/>
              <a:defRPr/>
            </a:pPr>
            <a:endParaRPr lang="en-US" sz="1500" b="0">
              <a:solidFill>
                <a:sysClr val="windowText" lastClr="000000"/>
              </a:solidFill>
              <a:latin typeface="Calibri"/>
            </a:endParaRPr>
          </a:p>
          <a:p>
            <a:pPr marL="0" marR="0" lvl="0" indent="0" algn="just" defTabSz="685800" rtl="0" eaLnBrk="1" fontAlgn="b" latinLnBrk="0" hangingPunct="1">
              <a:lnSpc>
                <a:spcPct val="100000"/>
              </a:lnSpc>
              <a:spcBef>
                <a:spcPts val="0"/>
              </a:spcBef>
              <a:spcAft>
                <a:spcPts val="750"/>
              </a:spcAft>
              <a:buClrTx/>
              <a:buSzPct val="100000"/>
              <a:buFontTx/>
              <a:buNone/>
              <a:tabLst/>
              <a:defRPr/>
            </a:pPr>
            <a:r>
              <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These cookies are necessary for the website to function and cannot be switched off in our systems</a:t>
            </a:r>
          </a:p>
          <a:p>
            <a:pPr marL="0" marR="0" lvl="0" indent="0" algn="just" defTabSz="685800" rtl="0" eaLnBrk="1" fontAlgn="auto" latinLnBrk="0" hangingPunct="1">
              <a:lnSpc>
                <a:spcPct val="100000"/>
              </a:lnSpc>
              <a:spcBef>
                <a:spcPts val="0"/>
              </a:spcBef>
              <a:spcAft>
                <a:spcPts val="750"/>
              </a:spcAft>
              <a:buClrTx/>
              <a:buSzPct val="100000"/>
              <a:buFontTx/>
              <a:buNone/>
              <a:tabLst/>
              <a:defRPr/>
            </a:pPr>
            <a:endPar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p:txBody>
      </p:sp>
      <p:sp>
        <p:nvSpPr>
          <p:cNvPr id="8" name="Text Placeholder 4">
            <a:extLst>
              <a:ext uri="{FF2B5EF4-FFF2-40B4-BE49-F238E27FC236}">
                <a16:creationId xmlns:a16="http://schemas.microsoft.com/office/drawing/2014/main" id="{DE4D68C2-EAE1-44B8-9C40-C19120A9BD0E}"/>
              </a:ext>
            </a:extLst>
          </p:cNvPr>
          <p:cNvSpPr txBox="1">
            <a:spLocks noChangeAspect="1"/>
          </p:cNvSpPr>
          <p:nvPr/>
        </p:nvSpPr>
        <p:spPr>
          <a:xfrm>
            <a:off x="9348855" y="2272876"/>
            <a:ext cx="1691640" cy="2780255"/>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300" b="1" kern="1200">
                <a:solidFill>
                  <a:schemeClr val="bg1"/>
                </a:solidFill>
                <a:latin typeface="+mj-lt"/>
                <a:ea typeface="+mn-ea"/>
                <a:cs typeface="Calibri Light" panose="020F0302020204030204" pitchFamily="34" charset="0"/>
              </a:defRPr>
            </a:lvl1pPr>
            <a:lvl2pPr marL="104775" indent="-104775" algn="l" defTabSz="685800" rtl="0" eaLnBrk="1" latinLnBrk="0" hangingPunct="1">
              <a:spcBef>
                <a:spcPts val="0"/>
              </a:spcBef>
              <a:spcAft>
                <a:spcPts val="1000"/>
              </a:spcAft>
              <a:buClrTx/>
              <a:buSzPct val="100000"/>
              <a:buFont typeface="Arial" panose="020B0604020202020204" pitchFamily="34" charset="0"/>
              <a:buChar char="•"/>
              <a:defRPr lang="en-US" sz="1300" b="0" kern="1200">
                <a:solidFill>
                  <a:schemeClr val="bg1"/>
                </a:solidFill>
                <a:latin typeface="+mn-lt"/>
                <a:ea typeface="+mn-ea"/>
                <a:cs typeface="Calibri Light" panose="020F0302020204030204" pitchFamily="34" charset="0"/>
              </a:defRPr>
            </a:lvl2pPr>
            <a:lvl3pPr marL="228600"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6pPr>
            <a:lvl7pPr marL="356391" indent="-176396" algn="l" defTabSz="685800" rtl="0" eaLnBrk="1" latinLnBrk="0" hangingPunct="1">
              <a:spcBef>
                <a:spcPts val="0"/>
              </a:spcBef>
              <a:spcAft>
                <a:spcPts val="1000"/>
              </a:spcAft>
              <a:buFont typeface="Verdana" panose="020B0604030504040204" pitchFamily="34" charset="0"/>
              <a:buChar char="−"/>
              <a:defRPr sz="900" kern="1200">
                <a:solidFill>
                  <a:schemeClr val="bg1"/>
                </a:solidFill>
                <a:latin typeface="+mn-lt"/>
                <a:ea typeface="+mn-ea"/>
                <a:cs typeface="+mn-cs"/>
              </a:defRPr>
            </a:lvl7pPr>
            <a:lvl8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8pPr>
            <a:lvl9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9pPr>
          </a:lstStyle>
          <a:p>
            <a:pPr marL="0" marR="0" lvl="0" indent="0" algn="ctr" defTabSz="685800" rtl="0" eaLnBrk="1" fontAlgn="ctr" latinLnBrk="0" hangingPunct="1">
              <a:lnSpc>
                <a:spcPct val="100000"/>
              </a:lnSpc>
              <a:spcBef>
                <a:spcPts val="0"/>
              </a:spcBef>
              <a:spcAft>
                <a:spcPts val="750"/>
              </a:spcAft>
              <a:buClrTx/>
              <a:buSzPct val="100000"/>
              <a:buFontTx/>
              <a:buNone/>
              <a:tabLst/>
              <a:defRPr/>
            </a:pPr>
            <a:r>
              <a:rPr kumimoji="0" lang="en-US" sz="1500" b="1"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Social Media  Cookies</a:t>
            </a:r>
          </a:p>
          <a:p>
            <a:pPr marL="0" marR="0" lvl="0" indent="0" algn="just" defTabSz="685800" rtl="0" eaLnBrk="1" fontAlgn="ctr" latinLnBrk="0" hangingPunct="1">
              <a:lnSpc>
                <a:spcPct val="100000"/>
              </a:lnSpc>
              <a:spcBef>
                <a:spcPts val="0"/>
              </a:spcBef>
              <a:spcAft>
                <a:spcPts val="750"/>
              </a:spcAft>
              <a:buClrTx/>
              <a:buSzPct val="100000"/>
              <a:buFontTx/>
              <a:buNone/>
              <a:tabLst/>
              <a:defRPr/>
            </a:pPr>
            <a:endParaRPr kumimoji="0" lang="en-US" sz="1500" b="1"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a:p>
            <a:pPr marL="0" marR="0" lvl="0" indent="0" algn="just" defTabSz="685800" rtl="0" eaLnBrk="1" fontAlgn="ctr" latinLnBrk="0" hangingPunct="1">
              <a:lnSpc>
                <a:spcPct val="100000"/>
              </a:lnSpc>
              <a:spcBef>
                <a:spcPts val="0"/>
              </a:spcBef>
              <a:spcAft>
                <a:spcPts val="750"/>
              </a:spcAft>
              <a:buClrTx/>
              <a:buSzPct val="100000"/>
              <a:buFontTx/>
              <a:buNone/>
              <a:tabLst/>
              <a:defRPr/>
            </a:pPr>
            <a:r>
              <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These cookies are set by social media services that we have added to the website to enable you to share our content with your friends &amp; networks</a:t>
            </a:r>
          </a:p>
          <a:p>
            <a:pPr marL="285750" marR="0" lvl="0" indent="-285750" algn="just" defTabSz="685800" rtl="0" eaLnBrk="1" fontAlgn="ctr" latinLnBrk="0" hangingPunct="1">
              <a:lnSpc>
                <a:spcPct val="100000"/>
              </a:lnSpc>
              <a:spcBef>
                <a:spcPts val="0"/>
              </a:spcBef>
              <a:spcAft>
                <a:spcPts val="750"/>
              </a:spcAft>
              <a:buClrTx/>
              <a:buSzPct val="100000"/>
              <a:buFont typeface="Wingdings" panose="05000000000000000000" pitchFamily="2" charset="2"/>
              <a:buChar char="Ø"/>
              <a:tabLst/>
              <a:defRPr/>
            </a:pPr>
            <a:endPar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p:txBody>
      </p:sp>
      <p:sp>
        <p:nvSpPr>
          <p:cNvPr id="9" name="Text Placeholder 5">
            <a:extLst>
              <a:ext uri="{FF2B5EF4-FFF2-40B4-BE49-F238E27FC236}">
                <a16:creationId xmlns:a16="http://schemas.microsoft.com/office/drawing/2014/main" id="{F33410EA-8A57-4641-A254-BE65310D75CB}"/>
              </a:ext>
            </a:extLst>
          </p:cNvPr>
          <p:cNvSpPr txBox="1">
            <a:spLocks noChangeAspect="1"/>
          </p:cNvSpPr>
          <p:nvPr/>
        </p:nvSpPr>
        <p:spPr>
          <a:xfrm>
            <a:off x="3190769" y="2313972"/>
            <a:ext cx="1691640" cy="2777116"/>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300" b="1" kern="1200">
                <a:solidFill>
                  <a:schemeClr val="bg1"/>
                </a:solidFill>
                <a:latin typeface="+mj-lt"/>
                <a:ea typeface="+mn-ea"/>
                <a:cs typeface="Calibri Light" panose="020F0302020204030204" pitchFamily="34" charset="0"/>
              </a:defRPr>
            </a:lvl1pPr>
            <a:lvl2pPr marL="104775" indent="-104775" algn="l" defTabSz="685800" rtl="0" eaLnBrk="1" latinLnBrk="0" hangingPunct="1">
              <a:spcBef>
                <a:spcPts val="0"/>
              </a:spcBef>
              <a:spcAft>
                <a:spcPts val="1000"/>
              </a:spcAft>
              <a:buClrTx/>
              <a:buSzPct val="100000"/>
              <a:buFont typeface="Arial" panose="020B0604020202020204" pitchFamily="34" charset="0"/>
              <a:buChar char="•"/>
              <a:defRPr lang="en-US" sz="1300" b="0" kern="1200">
                <a:solidFill>
                  <a:schemeClr val="bg1"/>
                </a:solidFill>
                <a:latin typeface="+mn-lt"/>
                <a:ea typeface="+mn-ea"/>
                <a:cs typeface="Calibri Light" panose="020F0302020204030204" pitchFamily="34" charset="0"/>
              </a:defRPr>
            </a:lvl2pPr>
            <a:lvl3pPr marL="228600"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6pPr>
            <a:lvl7pPr marL="356391" indent="-176396" algn="l" defTabSz="685800" rtl="0" eaLnBrk="1" latinLnBrk="0" hangingPunct="1">
              <a:spcBef>
                <a:spcPts val="0"/>
              </a:spcBef>
              <a:spcAft>
                <a:spcPts val="1000"/>
              </a:spcAft>
              <a:buFont typeface="Verdana" panose="020B0604030504040204" pitchFamily="34" charset="0"/>
              <a:buChar char="−"/>
              <a:defRPr sz="900" kern="1200">
                <a:solidFill>
                  <a:schemeClr val="bg1"/>
                </a:solidFill>
                <a:latin typeface="+mn-lt"/>
                <a:ea typeface="+mn-ea"/>
                <a:cs typeface="+mn-cs"/>
              </a:defRPr>
            </a:lvl7pPr>
            <a:lvl8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8pPr>
            <a:lvl9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9pPr>
          </a:lstStyle>
          <a:p>
            <a:pPr marL="0" marR="0" lvl="0" indent="0" algn="ctr" defTabSz="685800" rtl="0" eaLnBrk="1" fontAlgn="ctr" latinLnBrk="0" hangingPunct="1">
              <a:lnSpc>
                <a:spcPct val="100000"/>
              </a:lnSpc>
              <a:spcBef>
                <a:spcPts val="0"/>
              </a:spcBef>
              <a:spcAft>
                <a:spcPts val="750"/>
              </a:spcAft>
              <a:buClrTx/>
              <a:buSzPct val="100000"/>
              <a:buFontTx/>
              <a:buNone/>
              <a:tabLst/>
              <a:defRPr/>
            </a:pPr>
            <a:r>
              <a:rPr kumimoji="0" lang="en-US" sz="1500" b="1"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Analytics &amp; Performance Cookies</a:t>
            </a:r>
          </a:p>
          <a:p>
            <a:pPr marL="0" marR="0" lvl="0" indent="0" algn="just" defTabSz="685800" rtl="0" eaLnBrk="1" fontAlgn="ctr" latinLnBrk="0" hangingPunct="1">
              <a:lnSpc>
                <a:spcPct val="100000"/>
              </a:lnSpc>
              <a:spcBef>
                <a:spcPts val="0"/>
              </a:spcBef>
              <a:spcAft>
                <a:spcPts val="750"/>
              </a:spcAft>
              <a:buClrTx/>
              <a:buSzPct val="100000"/>
              <a:buFontTx/>
              <a:buNone/>
              <a:tabLst/>
              <a:defRPr/>
            </a:pPr>
            <a:endParaRPr lang="en-US" sz="1500">
              <a:solidFill>
                <a:sysClr val="windowText" lastClr="000000"/>
              </a:solidFill>
              <a:latin typeface="Calibri"/>
            </a:endParaRPr>
          </a:p>
          <a:p>
            <a:pPr marL="0" marR="0" lvl="0" indent="0" algn="just" defTabSz="685800" rtl="0" eaLnBrk="1" fontAlgn="ctr" latinLnBrk="0" hangingPunct="1">
              <a:lnSpc>
                <a:spcPct val="100000"/>
              </a:lnSpc>
              <a:spcBef>
                <a:spcPts val="0"/>
              </a:spcBef>
              <a:spcAft>
                <a:spcPts val="750"/>
              </a:spcAft>
              <a:buClrTx/>
              <a:buSzPct val="100000"/>
              <a:buFontTx/>
              <a:buNone/>
              <a:tabLst/>
              <a:defRPr/>
            </a:pPr>
            <a:r>
              <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These cookies allow us to track analytics by counting visits and traffic sources so we can measure and improve the performance of our website</a:t>
            </a:r>
          </a:p>
          <a:p>
            <a:pPr marL="285750" marR="0" lvl="0" indent="-285750" algn="just" defTabSz="685800" rtl="0" eaLnBrk="1" fontAlgn="ctr" latinLnBrk="0" hangingPunct="1">
              <a:lnSpc>
                <a:spcPct val="100000"/>
              </a:lnSpc>
              <a:spcBef>
                <a:spcPts val="0"/>
              </a:spcBef>
              <a:spcAft>
                <a:spcPts val="750"/>
              </a:spcAft>
              <a:buClrTx/>
              <a:buSzPct val="100000"/>
              <a:buFont typeface="Wingdings" panose="05000000000000000000" pitchFamily="2" charset="2"/>
              <a:buChar char="Ø"/>
              <a:tabLst/>
              <a:defRPr/>
            </a:pPr>
            <a:endPar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a:p>
            <a:pPr marL="0" marR="0" lvl="0" indent="0" algn="just" defTabSz="685800" rtl="0" eaLnBrk="1" fontAlgn="auto" latinLnBrk="0" hangingPunct="1">
              <a:lnSpc>
                <a:spcPct val="100000"/>
              </a:lnSpc>
              <a:spcBef>
                <a:spcPts val="0"/>
              </a:spcBef>
              <a:spcAft>
                <a:spcPts val="750"/>
              </a:spcAft>
              <a:buClrTx/>
              <a:buSzPct val="100000"/>
              <a:buFontTx/>
              <a:buNone/>
              <a:tabLst/>
              <a:defRPr/>
            </a:pPr>
            <a:endPar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p:txBody>
      </p:sp>
      <p:sp>
        <p:nvSpPr>
          <p:cNvPr id="10" name="Text Placeholder 6">
            <a:extLst>
              <a:ext uri="{FF2B5EF4-FFF2-40B4-BE49-F238E27FC236}">
                <a16:creationId xmlns:a16="http://schemas.microsoft.com/office/drawing/2014/main" id="{C02A6513-0181-4796-98ED-0C3F547094C5}"/>
              </a:ext>
            </a:extLst>
          </p:cNvPr>
          <p:cNvSpPr txBox="1">
            <a:spLocks noChangeAspect="1"/>
          </p:cNvSpPr>
          <p:nvPr/>
        </p:nvSpPr>
        <p:spPr>
          <a:xfrm>
            <a:off x="5211349" y="2313972"/>
            <a:ext cx="1691640" cy="2736219"/>
          </a:xfrm>
          <a:prstGeom prst="rect">
            <a:avLst/>
          </a:prstGeom>
        </p:spPr>
        <p:txBody>
          <a:bodyPr vert="horz" lIns="0" tIns="0" rIns="0" bIns="0" rtlCol="0">
            <a:noAutofit/>
          </a:bodyPr>
          <a:lstStyle>
            <a:lvl1pPr marL="0" indent="0" algn="l" defTabSz="685800" rtl="0" eaLnBrk="1" latinLnBrk="0" hangingPunct="1">
              <a:spcBef>
                <a:spcPts val="0"/>
              </a:spcBef>
              <a:spcAft>
                <a:spcPts val="750"/>
              </a:spcAft>
              <a:buSzPct val="100000"/>
              <a:buFontTx/>
              <a:buNone/>
              <a:defRPr sz="1300" b="1" kern="1200">
                <a:solidFill>
                  <a:schemeClr val="bg1"/>
                </a:solidFill>
                <a:latin typeface="+mj-lt"/>
                <a:ea typeface="+mn-ea"/>
                <a:cs typeface="Calibri Light" panose="020F0302020204030204" pitchFamily="34" charset="0"/>
              </a:defRPr>
            </a:lvl1pPr>
            <a:lvl2pPr marL="104775" indent="-104775" algn="l" defTabSz="685800" rtl="0" eaLnBrk="1" latinLnBrk="0" hangingPunct="1">
              <a:spcBef>
                <a:spcPts val="0"/>
              </a:spcBef>
              <a:spcAft>
                <a:spcPts val="1000"/>
              </a:spcAft>
              <a:buClrTx/>
              <a:buSzPct val="100000"/>
              <a:buFont typeface="Arial" panose="020B0604020202020204" pitchFamily="34" charset="0"/>
              <a:buChar char="•"/>
              <a:defRPr lang="en-US" sz="1300" b="0" kern="1200">
                <a:solidFill>
                  <a:schemeClr val="bg1"/>
                </a:solidFill>
                <a:latin typeface="+mn-lt"/>
                <a:ea typeface="+mn-ea"/>
                <a:cs typeface="Calibri Light" panose="020F0302020204030204" pitchFamily="34" charset="0"/>
              </a:defRPr>
            </a:lvl2pPr>
            <a:lvl3pPr marL="228600"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6pPr>
            <a:lvl7pPr marL="356391" indent="-176396" algn="l" defTabSz="685800" rtl="0" eaLnBrk="1" latinLnBrk="0" hangingPunct="1">
              <a:spcBef>
                <a:spcPts val="0"/>
              </a:spcBef>
              <a:spcAft>
                <a:spcPts val="1000"/>
              </a:spcAft>
              <a:buFont typeface="Verdana" panose="020B0604030504040204" pitchFamily="34" charset="0"/>
              <a:buChar char="−"/>
              <a:defRPr sz="900" kern="1200">
                <a:solidFill>
                  <a:schemeClr val="bg1"/>
                </a:solidFill>
                <a:latin typeface="+mn-lt"/>
                <a:ea typeface="+mn-ea"/>
                <a:cs typeface="+mn-cs"/>
              </a:defRPr>
            </a:lvl7pPr>
            <a:lvl8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8pPr>
            <a:lvl9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9pPr>
          </a:lstStyle>
          <a:p>
            <a:pPr marL="0" marR="0" algn="ctr">
              <a:lnSpc>
                <a:spcPct val="107000"/>
              </a:lnSpc>
              <a:spcBef>
                <a:spcPts val="0"/>
              </a:spcBef>
              <a:spcAft>
                <a:spcPts val="0"/>
              </a:spcAft>
            </a:pPr>
            <a:r>
              <a:rPr lang="en-US" sz="15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Functional </a:t>
            </a:r>
            <a:endParaRPr lang="en-US"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500" b="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Cookies</a:t>
            </a:r>
            <a:endParaRPr lang="en-US" sz="15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123825" marR="0" lvl="2" indent="0" algn="just" defTabSz="685800" rtl="0" eaLnBrk="1" fontAlgn="auto" latinLnBrk="0" hangingPunct="1">
              <a:lnSpc>
                <a:spcPct val="100000"/>
              </a:lnSpc>
              <a:spcBef>
                <a:spcPts val="0"/>
              </a:spcBef>
              <a:spcAft>
                <a:spcPts val="1000"/>
              </a:spcAft>
              <a:buClrTx/>
              <a:buSzPct val="100000"/>
              <a:buFont typeface="Arial" panose="020B0604020202020204" pitchFamily="34" charset="0"/>
              <a:buNone/>
              <a:tabLst/>
              <a:defRPr/>
            </a:pPr>
            <a:endParaRPr kumimoji="0" lang="en-US" sz="1500" b="1"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a:p>
            <a:pPr marL="123825" marR="0" lvl="2" indent="0" algn="just" defTabSz="6858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rPr>
              <a:t>These cookies enable the website to provide enhanced functionality &amp;  personalization based on your interaction with the website</a:t>
            </a:r>
          </a:p>
          <a:p>
            <a:pPr marL="228600" marR="0" lvl="2" indent="-104775" algn="just" defTabSz="685800" rtl="0" eaLnBrk="1" fontAlgn="auto" latinLnBrk="0" hangingPunct="1">
              <a:lnSpc>
                <a:spcPct val="100000"/>
              </a:lnSpc>
              <a:spcBef>
                <a:spcPts val="0"/>
              </a:spcBef>
              <a:spcAft>
                <a:spcPts val="1000"/>
              </a:spcAft>
              <a:buClrTx/>
              <a:buSzPct val="100000"/>
              <a:buFont typeface="Wingdings" panose="05000000000000000000" pitchFamily="2" charset="2"/>
              <a:buChar char="Ø"/>
              <a:tabLst/>
              <a:defRPr/>
            </a:pPr>
            <a:endParaRPr kumimoji="0" lang="en-US" sz="1500" b="0" i="0" u="none" strike="noStrike" kern="1200" cap="none" spc="0" normalizeH="0" baseline="0" noProof="0">
              <a:ln>
                <a:noFill/>
              </a:ln>
              <a:solidFill>
                <a:sysClr val="windowText" lastClr="000000"/>
              </a:solidFill>
              <a:effectLst/>
              <a:uLnTx/>
              <a:uFillTx/>
              <a:latin typeface="Calibri"/>
              <a:ea typeface="+mn-ea"/>
              <a:cs typeface="Calibri Light" panose="020F0302020204030204" pitchFamily="34" charset="0"/>
            </a:endParaRPr>
          </a:p>
        </p:txBody>
      </p:sp>
      <p:sp>
        <p:nvSpPr>
          <p:cNvPr id="11" name="Text Placeholder 4">
            <a:extLst>
              <a:ext uri="{FF2B5EF4-FFF2-40B4-BE49-F238E27FC236}">
                <a16:creationId xmlns:a16="http://schemas.microsoft.com/office/drawing/2014/main" id="{E1BCADD4-02C6-4326-A631-9618AAC84CF3}"/>
              </a:ext>
            </a:extLst>
          </p:cNvPr>
          <p:cNvSpPr txBox="1">
            <a:spLocks noChangeAspect="1"/>
          </p:cNvSpPr>
          <p:nvPr/>
        </p:nvSpPr>
        <p:spPr>
          <a:xfrm>
            <a:off x="7259926" y="2283150"/>
            <a:ext cx="1691640" cy="2636630"/>
          </a:xfrm>
          <a:prstGeom prst="rect">
            <a:avLst/>
          </a:prstGeom>
        </p:spPr>
        <p:txBody>
          <a:bodyPr vert="horz" lIns="0" tIns="0" rIns="0" bIns="0" rtlCol="0">
            <a:normAutofit/>
          </a:bodyPr>
          <a:lstStyle>
            <a:lvl1pPr marL="0" indent="0" algn="l" defTabSz="685800" rtl="0" eaLnBrk="1" latinLnBrk="0" hangingPunct="1">
              <a:spcBef>
                <a:spcPts val="0"/>
              </a:spcBef>
              <a:spcAft>
                <a:spcPts val="750"/>
              </a:spcAft>
              <a:buSzPct val="100000"/>
              <a:buFontTx/>
              <a:buNone/>
              <a:defRPr sz="1300" b="1" kern="1200">
                <a:solidFill>
                  <a:schemeClr val="bg1"/>
                </a:solidFill>
                <a:latin typeface="+mj-lt"/>
                <a:ea typeface="+mn-ea"/>
                <a:cs typeface="Calibri Light" panose="020F0302020204030204" pitchFamily="34" charset="0"/>
              </a:defRPr>
            </a:lvl1pPr>
            <a:lvl2pPr marL="104775" indent="-104775" algn="l" defTabSz="685800" rtl="0" eaLnBrk="1" latinLnBrk="0" hangingPunct="1">
              <a:spcBef>
                <a:spcPts val="0"/>
              </a:spcBef>
              <a:spcAft>
                <a:spcPts val="1000"/>
              </a:spcAft>
              <a:buClrTx/>
              <a:buSzPct val="100000"/>
              <a:buFont typeface="Arial" panose="020B0604020202020204" pitchFamily="34" charset="0"/>
              <a:buChar char="•"/>
              <a:defRPr lang="en-US" sz="1300" b="0" kern="1200">
                <a:solidFill>
                  <a:schemeClr val="bg1"/>
                </a:solidFill>
                <a:latin typeface="+mn-lt"/>
                <a:ea typeface="+mn-ea"/>
                <a:cs typeface="Calibri Light" panose="020F0302020204030204" pitchFamily="34" charset="0"/>
              </a:defRPr>
            </a:lvl2pPr>
            <a:lvl3pPr marL="228600"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6pPr>
            <a:lvl7pPr marL="356391" indent="-176396" algn="l" defTabSz="685800" rtl="0" eaLnBrk="1" latinLnBrk="0" hangingPunct="1">
              <a:spcBef>
                <a:spcPts val="0"/>
              </a:spcBef>
              <a:spcAft>
                <a:spcPts val="1000"/>
              </a:spcAft>
              <a:buFont typeface="Verdana" panose="020B0604030504040204" pitchFamily="34" charset="0"/>
              <a:buChar char="−"/>
              <a:defRPr sz="900" kern="1200">
                <a:solidFill>
                  <a:schemeClr val="bg1"/>
                </a:solidFill>
                <a:latin typeface="+mn-lt"/>
                <a:ea typeface="+mn-ea"/>
                <a:cs typeface="+mn-cs"/>
              </a:defRPr>
            </a:lvl7pPr>
            <a:lvl8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8pPr>
            <a:lvl9pPr marL="356391" indent="-176396" algn="l" defTabSz="685800" rtl="0" eaLnBrk="1" latinLnBrk="0" hangingPunct="1">
              <a:spcBef>
                <a:spcPts val="0"/>
              </a:spcBef>
              <a:spcAft>
                <a:spcPts val="1000"/>
              </a:spcAft>
              <a:buFont typeface="Verdana" panose="020B0604030504040204" pitchFamily="34" charset="0"/>
              <a:buChar char="−"/>
              <a:defRPr sz="900" kern="1200" baseline="0">
                <a:solidFill>
                  <a:schemeClr val="bg1"/>
                </a:solidFill>
                <a:latin typeface="+mn-lt"/>
                <a:ea typeface="+mn-ea"/>
                <a:cs typeface="+mn-cs"/>
              </a:defRPr>
            </a:lvl9pPr>
          </a:lstStyle>
          <a:p>
            <a:pPr marL="0" marR="0" lvl="0" indent="0" algn="ctr" defTabSz="685800" rtl="0" eaLnBrk="1" fontAlgn="ctr" latinLnBrk="0" hangingPunct="1">
              <a:lnSpc>
                <a:spcPct val="100000"/>
              </a:lnSpc>
              <a:spcBef>
                <a:spcPts val="0"/>
              </a:spcBef>
              <a:spcAft>
                <a:spcPts val="750"/>
              </a:spcAft>
              <a:buClrTx/>
              <a:buSzPct val="100000"/>
              <a:buFontTx/>
              <a:buNone/>
              <a:tabLst/>
              <a:defRPr/>
            </a:pPr>
            <a:r>
              <a:rPr kumimoji="0" lang="en-US" sz="1500" b="1" i="0" u="none" strike="noStrike" kern="1200" cap="none" spc="0" normalizeH="0" baseline="0" noProof="0">
                <a:ln>
                  <a:noFill/>
                </a:ln>
                <a:solidFill>
                  <a:prstClr val="black"/>
                </a:solidFill>
                <a:effectLst/>
                <a:uLnTx/>
                <a:uFillTx/>
                <a:latin typeface="Calibri"/>
                <a:ea typeface="+mn-ea"/>
                <a:cs typeface="Calibri Light" panose="020F0302020204030204" pitchFamily="34" charset="0"/>
              </a:rPr>
              <a:t>Advertising and  Targeting Cookies</a:t>
            </a:r>
          </a:p>
          <a:p>
            <a:pPr marL="0" marR="0" lvl="0" indent="0" algn="just" defTabSz="685800" rtl="0" eaLnBrk="1" fontAlgn="ctr" latinLnBrk="0" hangingPunct="1">
              <a:lnSpc>
                <a:spcPct val="100000"/>
              </a:lnSpc>
              <a:spcBef>
                <a:spcPts val="0"/>
              </a:spcBef>
              <a:spcAft>
                <a:spcPts val="750"/>
              </a:spcAft>
              <a:buClrTx/>
              <a:buSzPct val="100000"/>
              <a:buFontTx/>
              <a:buNone/>
              <a:tabLst/>
              <a:defRPr/>
            </a:pPr>
            <a:endParaRPr kumimoji="0" lang="en-US" sz="1500" b="1" i="0" u="none" strike="noStrike" kern="1200" cap="none" spc="0" normalizeH="0" baseline="0" noProof="0">
              <a:ln>
                <a:noFill/>
              </a:ln>
              <a:solidFill>
                <a:prstClr val="black"/>
              </a:solidFill>
              <a:effectLst/>
              <a:uLnTx/>
              <a:uFillTx/>
              <a:latin typeface="Calibri"/>
              <a:ea typeface="+mn-ea"/>
              <a:cs typeface="Calibri Light" panose="020F0302020204030204" pitchFamily="34" charset="0"/>
            </a:endParaRPr>
          </a:p>
          <a:p>
            <a:pPr marL="0" marR="0" lvl="0" indent="0" algn="just" defTabSz="685800" rtl="0" eaLnBrk="1" fontAlgn="ctr" latinLnBrk="0" hangingPunct="1">
              <a:lnSpc>
                <a:spcPct val="100000"/>
              </a:lnSpc>
              <a:spcBef>
                <a:spcPts val="0"/>
              </a:spcBef>
              <a:spcAft>
                <a:spcPts val="750"/>
              </a:spcAft>
              <a:buClrTx/>
              <a:buSzPct val="100000"/>
              <a:buFontTx/>
              <a:buNone/>
              <a:tabLst/>
              <a:defRPr/>
            </a:pPr>
            <a:r>
              <a:rPr kumimoji="0" lang="en-US" sz="1500" b="0" i="0" u="none" strike="noStrike" kern="1200" cap="none" spc="0" normalizeH="0" baseline="0" noProof="0">
                <a:ln>
                  <a:noFill/>
                </a:ln>
                <a:solidFill>
                  <a:prstClr val="black"/>
                </a:solidFill>
                <a:effectLst/>
                <a:uLnTx/>
                <a:uFillTx/>
                <a:latin typeface="Calibri"/>
                <a:ea typeface="+mn-ea"/>
                <a:cs typeface="Calibri Light" panose="020F0302020204030204" pitchFamily="34" charset="0"/>
              </a:rPr>
              <a:t>These cookies may be set through our site by our advertising partners</a:t>
            </a:r>
          </a:p>
          <a:p>
            <a:pPr marL="285750" marR="0" lvl="0" indent="-285750" algn="just" defTabSz="685800" rtl="0" eaLnBrk="1" fontAlgn="auto" latinLnBrk="0" hangingPunct="1">
              <a:lnSpc>
                <a:spcPct val="100000"/>
              </a:lnSpc>
              <a:spcBef>
                <a:spcPts val="0"/>
              </a:spcBef>
              <a:spcAft>
                <a:spcPts val="750"/>
              </a:spcAft>
              <a:buClrTx/>
              <a:buSzPct val="100000"/>
              <a:buFont typeface="Wingdings" panose="05000000000000000000" pitchFamily="2" charset="2"/>
              <a:buChar char="Ø"/>
              <a:tabLst/>
              <a:defRPr/>
            </a:pPr>
            <a:endParaRPr kumimoji="0" lang="en-US" sz="1500" b="0" i="0" u="none" strike="noStrike" kern="1200" cap="none" spc="0" normalizeH="0" baseline="0" noProof="0">
              <a:ln>
                <a:noFill/>
              </a:ln>
              <a:solidFill>
                <a:prstClr val="black"/>
              </a:solidFill>
              <a:effectLst/>
              <a:uLnTx/>
              <a:uFillTx/>
              <a:latin typeface="Calibri"/>
              <a:ea typeface="+mn-ea"/>
              <a:cs typeface="Calibri Light" panose="020F0302020204030204" pitchFamily="34" charset="0"/>
            </a:endParaRPr>
          </a:p>
        </p:txBody>
      </p:sp>
      <p:sp>
        <p:nvSpPr>
          <p:cNvPr id="12" name="Oval 11" descr="ID 1">
            <a:extLst>
              <a:ext uri="{FF2B5EF4-FFF2-40B4-BE49-F238E27FC236}">
                <a16:creationId xmlns:a16="http://schemas.microsoft.com/office/drawing/2014/main" id="{CB1C7C41-275C-4FEA-98DE-527A107F33F9}"/>
              </a:ext>
            </a:extLst>
          </p:cNvPr>
          <p:cNvSpPr/>
          <p:nvPr/>
        </p:nvSpPr>
        <p:spPr bwMode="gray">
          <a:xfrm>
            <a:off x="1559617" y="1369729"/>
            <a:ext cx="798543" cy="757255"/>
          </a:xfrm>
          <a:prstGeom prst="ellipse">
            <a:avLst/>
          </a:prstGeom>
          <a:solidFill>
            <a:sysClr val="window" lastClr="FFFFFF">
              <a:lumMod val="85000"/>
            </a:sysClr>
          </a:solidFill>
          <a:ln w="25400" cap="flat" cmpd="sng" algn="ctr">
            <a:solidFill>
              <a:srgbClr val="86BC25"/>
            </a:solidFill>
            <a:prstDash val="solid"/>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black"/>
                </a:solidFill>
                <a:effectLst/>
                <a:uLnTx/>
                <a:uFillTx/>
                <a:latin typeface="Calibri"/>
                <a:ea typeface="+mn-ea"/>
                <a:cs typeface="+mn-cs"/>
              </a:rPr>
              <a:t>ID 1</a:t>
            </a:r>
          </a:p>
        </p:txBody>
      </p:sp>
      <p:sp>
        <p:nvSpPr>
          <p:cNvPr id="13" name="Oval 12" descr="ID 1">
            <a:extLst>
              <a:ext uri="{FF2B5EF4-FFF2-40B4-BE49-F238E27FC236}">
                <a16:creationId xmlns:a16="http://schemas.microsoft.com/office/drawing/2014/main" id="{08FF78E1-7D1F-488F-9021-90D917D3C4CA}"/>
              </a:ext>
            </a:extLst>
          </p:cNvPr>
          <p:cNvSpPr/>
          <p:nvPr/>
        </p:nvSpPr>
        <p:spPr bwMode="gray">
          <a:xfrm>
            <a:off x="3664442" y="1369729"/>
            <a:ext cx="739471" cy="757255"/>
          </a:xfrm>
          <a:prstGeom prst="ellipse">
            <a:avLst/>
          </a:prstGeom>
          <a:solidFill>
            <a:sysClr val="window" lastClr="FFFFFF">
              <a:lumMod val="85000"/>
            </a:sysClr>
          </a:solidFill>
          <a:ln w="25400" cap="flat" cmpd="sng" algn="ctr">
            <a:solidFill>
              <a:srgbClr val="86BC25"/>
            </a:solidFill>
            <a:prstDash val="solid"/>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black"/>
                </a:solidFill>
                <a:effectLst/>
                <a:uLnTx/>
                <a:uFillTx/>
                <a:latin typeface="Calibri"/>
                <a:ea typeface="+mn-ea"/>
                <a:cs typeface="+mn-cs"/>
              </a:rPr>
              <a:t>ID 2</a:t>
            </a:r>
          </a:p>
        </p:txBody>
      </p:sp>
      <p:sp>
        <p:nvSpPr>
          <p:cNvPr id="14" name="Oval 13" descr="ID 1">
            <a:extLst>
              <a:ext uri="{FF2B5EF4-FFF2-40B4-BE49-F238E27FC236}">
                <a16:creationId xmlns:a16="http://schemas.microsoft.com/office/drawing/2014/main" id="{767FE2FE-9DB0-48C3-A974-BF588673D368}"/>
              </a:ext>
            </a:extLst>
          </p:cNvPr>
          <p:cNvSpPr/>
          <p:nvPr/>
        </p:nvSpPr>
        <p:spPr bwMode="gray">
          <a:xfrm>
            <a:off x="7710425" y="1378394"/>
            <a:ext cx="739471" cy="757255"/>
          </a:xfrm>
          <a:prstGeom prst="ellipse">
            <a:avLst/>
          </a:prstGeom>
          <a:solidFill>
            <a:sysClr val="window" lastClr="FFFFFF">
              <a:lumMod val="85000"/>
            </a:sysClr>
          </a:solidFill>
          <a:ln w="25400" cap="flat" cmpd="sng" algn="ctr">
            <a:solidFill>
              <a:srgbClr val="86BC25"/>
            </a:solidFill>
            <a:prstDash val="solid"/>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black"/>
                </a:solidFill>
                <a:effectLst/>
                <a:uLnTx/>
                <a:uFillTx/>
                <a:latin typeface="Calibri"/>
                <a:ea typeface="+mn-ea"/>
                <a:cs typeface="+mn-cs"/>
              </a:rPr>
              <a:t>ID 4</a:t>
            </a:r>
          </a:p>
        </p:txBody>
      </p:sp>
      <p:sp>
        <p:nvSpPr>
          <p:cNvPr id="15" name="Oval 14" descr="ID 1">
            <a:extLst>
              <a:ext uri="{FF2B5EF4-FFF2-40B4-BE49-F238E27FC236}">
                <a16:creationId xmlns:a16="http://schemas.microsoft.com/office/drawing/2014/main" id="{B92B5261-7991-43DE-AFF7-1E5B2E6F01E3}"/>
              </a:ext>
            </a:extLst>
          </p:cNvPr>
          <p:cNvSpPr/>
          <p:nvPr/>
        </p:nvSpPr>
        <p:spPr bwMode="gray">
          <a:xfrm>
            <a:off x="5680801" y="1369730"/>
            <a:ext cx="739471" cy="757255"/>
          </a:xfrm>
          <a:prstGeom prst="ellipse">
            <a:avLst/>
          </a:prstGeom>
          <a:solidFill>
            <a:sysClr val="window" lastClr="FFFFFF">
              <a:lumMod val="85000"/>
            </a:sysClr>
          </a:solidFill>
          <a:ln w="25400" cap="flat" cmpd="sng" algn="ctr">
            <a:solidFill>
              <a:srgbClr val="86BC25"/>
            </a:solidFill>
            <a:prstDash val="solid"/>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black"/>
                </a:solidFill>
                <a:effectLst/>
                <a:uLnTx/>
                <a:uFillTx/>
                <a:latin typeface="Calibri"/>
                <a:ea typeface="+mn-ea"/>
                <a:cs typeface="+mn-cs"/>
              </a:rPr>
              <a:t>ID 3</a:t>
            </a:r>
          </a:p>
        </p:txBody>
      </p:sp>
      <p:sp>
        <p:nvSpPr>
          <p:cNvPr id="16" name="Oval 15" descr="ID 1">
            <a:extLst>
              <a:ext uri="{FF2B5EF4-FFF2-40B4-BE49-F238E27FC236}">
                <a16:creationId xmlns:a16="http://schemas.microsoft.com/office/drawing/2014/main" id="{5CC32C6E-5D98-441E-B3EC-61C55FC3FD7F}"/>
              </a:ext>
            </a:extLst>
          </p:cNvPr>
          <p:cNvSpPr/>
          <p:nvPr/>
        </p:nvSpPr>
        <p:spPr bwMode="gray">
          <a:xfrm>
            <a:off x="9796083" y="1378394"/>
            <a:ext cx="739471" cy="757255"/>
          </a:xfrm>
          <a:prstGeom prst="ellipse">
            <a:avLst/>
          </a:prstGeom>
          <a:solidFill>
            <a:sysClr val="window" lastClr="FFFFFF">
              <a:lumMod val="85000"/>
            </a:sysClr>
          </a:solidFill>
          <a:ln w="25400" cap="flat" cmpd="sng" algn="ctr">
            <a:solidFill>
              <a:srgbClr val="86BC25"/>
            </a:solidFill>
            <a:prstDash val="solid"/>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black"/>
                </a:solidFill>
                <a:effectLst/>
                <a:uLnTx/>
                <a:uFillTx/>
                <a:latin typeface="Calibri"/>
                <a:ea typeface="+mn-ea"/>
                <a:cs typeface="+mn-cs"/>
              </a:rPr>
              <a:t>ID 5</a:t>
            </a:r>
          </a:p>
        </p:txBody>
      </p:sp>
      <p:sp>
        <p:nvSpPr>
          <p:cNvPr id="17" name="Rectangle 16">
            <a:extLst>
              <a:ext uri="{FF2B5EF4-FFF2-40B4-BE49-F238E27FC236}">
                <a16:creationId xmlns:a16="http://schemas.microsoft.com/office/drawing/2014/main" id="{700E887D-49C3-4DE7-A56A-0E5962ECEC46}"/>
              </a:ext>
            </a:extLst>
          </p:cNvPr>
          <p:cNvSpPr/>
          <p:nvPr/>
        </p:nvSpPr>
        <p:spPr>
          <a:xfrm>
            <a:off x="622152" y="5387891"/>
            <a:ext cx="10855742" cy="830997"/>
          </a:xfrm>
          <a:prstGeom prst="rect">
            <a:avLst/>
          </a:prstGeom>
        </p:spPr>
        <p:txBody>
          <a:bodyPr wrap="square" lIns="91440" tIns="45720" rIns="91440" bIns="45720" anchor="t">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mj-lt"/>
              </a:rPr>
              <a:t>Note: </a:t>
            </a:r>
            <a:r>
              <a:rPr kumimoji="0" lang="en-US" sz="1600" b="0" i="0" u="none" strike="noStrike" kern="0" cap="none" spc="0" normalizeH="0" baseline="0" noProof="0">
                <a:ln>
                  <a:noFill/>
                </a:ln>
                <a:solidFill>
                  <a:srgbClr val="000000"/>
                </a:solidFill>
                <a:effectLst/>
                <a:uLnTx/>
                <a:uFillTx/>
                <a:latin typeface="+mj-lt"/>
              </a:rPr>
              <a:t>Currently, above 5 categories are defined for now and there are no plans of adding any other categories. Anything mentioned under </a:t>
            </a:r>
            <a:r>
              <a:rPr kumimoji="0" lang="en-US" sz="1600" b="1" i="0" u="none" strike="noStrike" kern="0" cap="none" spc="0" normalizeH="0" baseline="0" noProof="0">
                <a:ln>
                  <a:noFill/>
                </a:ln>
                <a:solidFill>
                  <a:srgbClr val="000000"/>
                </a:solidFill>
                <a:effectLst/>
                <a:uLnTx/>
                <a:uFillTx/>
                <a:latin typeface="+mj-lt"/>
              </a:rPr>
              <a:t>UNKNOWN COOKIES </a:t>
            </a:r>
            <a:r>
              <a:rPr kumimoji="0" lang="en-US" sz="1600" b="0" i="0" u="none" strike="noStrike" kern="0" cap="none" spc="0" normalizeH="0" baseline="0" noProof="0">
                <a:ln>
                  <a:noFill/>
                </a:ln>
                <a:solidFill>
                  <a:srgbClr val="000000"/>
                </a:solidFill>
                <a:effectLst/>
                <a:uLnTx/>
                <a:uFillTx/>
                <a:latin typeface="+mj-lt"/>
              </a:rPr>
              <a:t>category needs to be re-categorized under one of the above mentioned 5 categories by the respective App Teams.</a:t>
            </a:r>
          </a:p>
        </p:txBody>
      </p:sp>
      <p:cxnSp>
        <p:nvCxnSpPr>
          <p:cNvPr id="18" name="Straight Connector 17">
            <a:extLst>
              <a:ext uri="{FF2B5EF4-FFF2-40B4-BE49-F238E27FC236}">
                <a16:creationId xmlns:a16="http://schemas.microsoft.com/office/drawing/2014/main" id="{F8A2A3E9-00C0-4E97-AB5A-5DA998D2D85D}"/>
              </a:ext>
            </a:extLst>
          </p:cNvPr>
          <p:cNvCxnSpPr>
            <a:cxnSpLocks/>
          </p:cNvCxnSpPr>
          <p:nvPr/>
        </p:nvCxnSpPr>
        <p:spPr>
          <a:xfrm>
            <a:off x="3004033" y="1411091"/>
            <a:ext cx="0" cy="3853196"/>
          </a:xfrm>
          <a:prstGeom prst="line">
            <a:avLst/>
          </a:prstGeom>
          <a:noFill/>
          <a:ln w="25400" cap="flat" cmpd="sng" algn="ctr">
            <a:solidFill>
              <a:srgbClr val="86BC25"/>
            </a:solidFill>
            <a:prstDash val="solid"/>
          </a:ln>
          <a:effectLst/>
        </p:spPr>
      </p:cxnSp>
      <p:cxnSp>
        <p:nvCxnSpPr>
          <p:cNvPr id="19" name="Straight Connector 18">
            <a:extLst>
              <a:ext uri="{FF2B5EF4-FFF2-40B4-BE49-F238E27FC236}">
                <a16:creationId xmlns:a16="http://schemas.microsoft.com/office/drawing/2014/main" id="{2383D0E7-AC9A-4377-B31B-3468F2B87B06}"/>
              </a:ext>
            </a:extLst>
          </p:cNvPr>
          <p:cNvCxnSpPr>
            <a:cxnSpLocks/>
          </p:cNvCxnSpPr>
          <p:nvPr/>
        </p:nvCxnSpPr>
        <p:spPr>
          <a:xfrm>
            <a:off x="9150210" y="1392977"/>
            <a:ext cx="0" cy="3853196"/>
          </a:xfrm>
          <a:prstGeom prst="line">
            <a:avLst/>
          </a:prstGeom>
          <a:noFill/>
          <a:ln w="25400" cap="flat" cmpd="sng" algn="ctr">
            <a:solidFill>
              <a:srgbClr val="86BC25"/>
            </a:solidFill>
            <a:prstDash val="solid"/>
          </a:ln>
          <a:effectLst/>
        </p:spPr>
      </p:cxnSp>
      <p:cxnSp>
        <p:nvCxnSpPr>
          <p:cNvPr id="20" name="Straight Connector 19">
            <a:extLst>
              <a:ext uri="{FF2B5EF4-FFF2-40B4-BE49-F238E27FC236}">
                <a16:creationId xmlns:a16="http://schemas.microsoft.com/office/drawing/2014/main" id="{8E9EA788-1367-4120-BB30-C69836040841}"/>
              </a:ext>
            </a:extLst>
          </p:cNvPr>
          <p:cNvCxnSpPr>
            <a:cxnSpLocks/>
          </p:cNvCxnSpPr>
          <p:nvPr/>
        </p:nvCxnSpPr>
        <p:spPr>
          <a:xfrm>
            <a:off x="7064551" y="1392977"/>
            <a:ext cx="0" cy="3853196"/>
          </a:xfrm>
          <a:prstGeom prst="line">
            <a:avLst/>
          </a:prstGeom>
          <a:noFill/>
          <a:ln w="25400" cap="flat" cmpd="sng" algn="ctr">
            <a:solidFill>
              <a:srgbClr val="86BC25"/>
            </a:solidFill>
            <a:prstDash val="solid"/>
          </a:ln>
          <a:effectLst/>
        </p:spPr>
      </p:cxnSp>
      <p:cxnSp>
        <p:nvCxnSpPr>
          <p:cNvPr id="21" name="Straight Connector 20">
            <a:extLst>
              <a:ext uri="{FF2B5EF4-FFF2-40B4-BE49-F238E27FC236}">
                <a16:creationId xmlns:a16="http://schemas.microsoft.com/office/drawing/2014/main" id="{EC9A9A99-BB95-4C74-819B-CD419DDFD585}"/>
              </a:ext>
            </a:extLst>
          </p:cNvPr>
          <p:cNvCxnSpPr>
            <a:cxnSpLocks/>
          </p:cNvCxnSpPr>
          <p:nvPr/>
        </p:nvCxnSpPr>
        <p:spPr>
          <a:xfrm>
            <a:off x="5049786" y="1403749"/>
            <a:ext cx="0" cy="3853196"/>
          </a:xfrm>
          <a:prstGeom prst="line">
            <a:avLst/>
          </a:prstGeom>
          <a:noFill/>
          <a:ln w="25400" cap="flat" cmpd="sng" algn="ctr">
            <a:solidFill>
              <a:srgbClr val="86BC25"/>
            </a:solidFill>
            <a:prstDash val="solid"/>
          </a:ln>
          <a:effectLst/>
        </p:spPr>
      </p:cxnSp>
    </p:spTree>
    <p:extLst>
      <p:ext uri="{BB962C8B-B14F-4D97-AF65-F5344CB8AC3E}">
        <p14:creationId xmlns:p14="http://schemas.microsoft.com/office/powerpoint/2010/main" val="321776152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250B9-4AE8-4910-8DF4-DEEADD4981EB}"/>
              </a:ext>
            </a:extLst>
          </p:cNvPr>
          <p:cNvSpPr/>
          <p:nvPr/>
        </p:nvSpPr>
        <p:spPr bwMode="gray">
          <a:xfrm>
            <a:off x="179759" y="1907186"/>
            <a:ext cx="11840222" cy="1718599"/>
          </a:xfrm>
          <a:prstGeom prst="rect">
            <a:avLst/>
          </a:prstGeom>
          <a:no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1200" cap="none" spc="0" normalizeH="0" baseline="0" noProof="0">
              <a:ln>
                <a:noFill/>
              </a:ln>
              <a:effectLst/>
              <a:uLnTx/>
              <a:uFillTx/>
              <a:latin typeface="+mj-lt"/>
              <a:ea typeface="+mn-ea"/>
              <a:cs typeface="+mn-cs"/>
            </a:endParaRPr>
          </a:p>
        </p:txBody>
      </p:sp>
      <p:sp>
        <p:nvSpPr>
          <p:cNvPr id="2" name="Title 1">
            <a:extLst>
              <a:ext uri="{FF2B5EF4-FFF2-40B4-BE49-F238E27FC236}">
                <a16:creationId xmlns:a16="http://schemas.microsoft.com/office/drawing/2014/main" id="{B8D39258-C968-4F5F-AE76-98D62D064EBA}"/>
              </a:ext>
            </a:extLst>
          </p:cNvPr>
          <p:cNvSpPr>
            <a:spLocks noGrp="1"/>
          </p:cNvSpPr>
          <p:nvPr>
            <p:ph type="title"/>
          </p:nvPr>
        </p:nvSpPr>
        <p:spPr>
          <a:xfrm>
            <a:off x="469900" y="216596"/>
            <a:ext cx="11252200" cy="451866"/>
          </a:xfrm>
        </p:spPr>
        <p:txBody>
          <a:bodyPr/>
          <a:lstStyle/>
          <a:p>
            <a:r>
              <a:rPr lang="en-US" spc="-10"/>
              <a:t>Cookie</a:t>
            </a:r>
            <a:r>
              <a:rPr lang="en-US" spc="5"/>
              <a:t> Consent Program</a:t>
            </a:r>
            <a:r>
              <a:rPr lang="en-US" spc="-5"/>
              <a:t> </a:t>
            </a:r>
            <a:r>
              <a:rPr lang="en-US"/>
              <a:t>| </a:t>
            </a:r>
            <a:r>
              <a:rPr lang="en-US">
                <a:solidFill>
                  <a:schemeClr val="accent1"/>
                </a:solidFill>
              </a:rPr>
              <a:t>Ongoing Support</a:t>
            </a:r>
          </a:p>
        </p:txBody>
      </p:sp>
      <p:sp>
        <p:nvSpPr>
          <p:cNvPr id="10" name="TextBox 9">
            <a:extLst>
              <a:ext uri="{FF2B5EF4-FFF2-40B4-BE49-F238E27FC236}">
                <a16:creationId xmlns:a16="http://schemas.microsoft.com/office/drawing/2014/main" id="{5296F7D4-BE13-4AE3-B238-D601D7A59A9A}"/>
              </a:ext>
            </a:extLst>
          </p:cNvPr>
          <p:cNvSpPr txBox="1"/>
          <p:nvPr/>
        </p:nvSpPr>
        <p:spPr>
          <a:xfrm>
            <a:off x="2558330" y="1086774"/>
            <a:ext cx="9163770" cy="369332"/>
          </a:xfrm>
          <a:prstGeom prst="rect">
            <a:avLst/>
          </a:prstGeom>
          <a:noFill/>
        </p:spPr>
        <p:txBody>
          <a:bodyPr wrap="square" lIns="0" tIns="0" rIns="0" bIns="0" rtlCol="0">
            <a:spAutoFit/>
          </a:bodyPr>
          <a:lstStyle/>
          <a:p>
            <a:pPr>
              <a:spcBef>
                <a:spcPts val="600"/>
              </a:spcBef>
              <a:buSzPct val="100000"/>
            </a:pPr>
            <a:r>
              <a:rPr lang="en-US" sz="2400" b="1">
                <a:solidFill>
                  <a:srgbClr val="313131"/>
                </a:solidFill>
              </a:rPr>
              <a:t>Risk and Privacy and Cookie Programs (Global and US)</a:t>
            </a:r>
          </a:p>
        </p:txBody>
      </p:sp>
      <p:sp>
        <p:nvSpPr>
          <p:cNvPr id="11" name="TextBox 10">
            <a:extLst>
              <a:ext uri="{FF2B5EF4-FFF2-40B4-BE49-F238E27FC236}">
                <a16:creationId xmlns:a16="http://schemas.microsoft.com/office/drawing/2014/main" id="{8B14F286-373A-462E-880D-45484F920615}"/>
              </a:ext>
            </a:extLst>
          </p:cNvPr>
          <p:cNvSpPr txBox="1"/>
          <p:nvPr/>
        </p:nvSpPr>
        <p:spPr>
          <a:xfrm>
            <a:off x="1541780" y="2111858"/>
            <a:ext cx="10354492" cy="3385542"/>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2000">
                <a:solidFill>
                  <a:srgbClr val="313131"/>
                </a:solidFill>
              </a:rPr>
              <a:t>Engage Vendor for any platform issues</a:t>
            </a:r>
          </a:p>
          <a:p>
            <a:pPr marL="203200" indent="-203200">
              <a:spcBef>
                <a:spcPts val="600"/>
              </a:spcBef>
              <a:buSzPct val="100000"/>
              <a:buFont typeface="Arial"/>
              <a:buChar char="•"/>
            </a:pPr>
            <a:r>
              <a:rPr lang="en-US" sz="2000">
                <a:solidFill>
                  <a:srgbClr val="313131"/>
                </a:solidFill>
              </a:rPr>
              <a:t>Engage vendor for possible platform enhancements</a:t>
            </a:r>
          </a:p>
          <a:p>
            <a:pPr marL="203200" indent="-203200">
              <a:spcBef>
                <a:spcPts val="600"/>
              </a:spcBef>
              <a:buSzPct val="100000"/>
              <a:buFont typeface="Arial"/>
              <a:buChar char="•"/>
            </a:pPr>
            <a:r>
              <a:rPr lang="en-US" sz="2000">
                <a:solidFill>
                  <a:srgbClr val="313131"/>
                </a:solidFill>
              </a:rPr>
              <a:t>Distribute updated information to AAPS cookie admin team</a:t>
            </a:r>
          </a:p>
          <a:p>
            <a:pPr marL="203200" indent="-203200">
              <a:spcBef>
                <a:spcPts val="600"/>
              </a:spcBef>
              <a:buSzPct val="100000"/>
              <a:buFont typeface="Arial"/>
              <a:buChar char="•"/>
            </a:pPr>
            <a:r>
              <a:rPr lang="en-US" sz="2000">
                <a:solidFill>
                  <a:srgbClr val="313131"/>
                </a:solidFill>
              </a:rPr>
              <a:t>Update verbiage to; banners, privacy statement, cookie notification (If/when required)</a:t>
            </a:r>
          </a:p>
          <a:p>
            <a:pPr marL="203200" indent="-203200">
              <a:spcBef>
                <a:spcPts val="600"/>
              </a:spcBef>
              <a:buSzPct val="100000"/>
              <a:buFont typeface="Arial"/>
              <a:buChar char="•"/>
            </a:pPr>
            <a:r>
              <a:rPr lang="en-US" sz="2000" b="1">
                <a:solidFill>
                  <a:srgbClr val="313131"/>
                </a:solidFill>
              </a:rPr>
              <a:t>Add cookie consent policy to TOM, SSDL and PAR for new products</a:t>
            </a:r>
          </a:p>
          <a:p>
            <a:pPr marL="203200" indent="-203200">
              <a:spcBef>
                <a:spcPts val="600"/>
              </a:spcBef>
              <a:buSzPct val="100000"/>
              <a:buFont typeface="Arial"/>
              <a:buChar char="•"/>
            </a:pPr>
            <a:r>
              <a:rPr lang="en-US" sz="2000">
                <a:solidFill>
                  <a:srgbClr val="313131"/>
                </a:solidFill>
              </a:rPr>
              <a:t>Bi-monthly Global leadership reporting</a:t>
            </a:r>
          </a:p>
          <a:p>
            <a:pPr marL="203200" indent="-203200">
              <a:spcBef>
                <a:spcPts val="600"/>
              </a:spcBef>
              <a:buSzPct val="100000"/>
              <a:buFont typeface="Arial"/>
              <a:buChar char="•"/>
            </a:pPr>
            <a:r>
              <a:rPr lang="en-US" sz="2000">
                <a:solidFill>
                  <a:srgbClr val="313131"/>
                </a:solidFill>
              </a:rPr>
              <a:t>Creation of ticketing process for; add, remove, modify cookie or category assignment</a:t>
            </a:r>
          </a:p>
          <a:p>
            <a:pPr marL="203200" indent="-203200">
              <a:spcBef>
                <a:spcPts val="600"/>
              </a:spcBef>
              <a:buSzPct val="100000"/>
              <a:buFont typeface="Arial"/>
              <a:buChar char="•"/>
            </a:pPr>
            <a:endParaRPr lang="en-US" sz="2000">
              <a:solidFill>
                <a:srgbClr val="313131"/>
              </a:solidFill>
            </a:endParaRPr>
          </a:p>
          <a:p>
            <a:pPr marL="203200" indent="-203200">
              <a:spcBef>
                <a:spcPts val="600"/>
              </a:spcBef>
              <a:buSzPct val="100000"/>
              <a:buFont typeface="Arial"/>
              <a:buChar char="•"/>
            </a:pPr>
            <a:endParaRPr lang="en-US" sz="2000">
              <a:solidFill>
                <a:srgbClr val="313131"/>
              </a:solidFill>
            </a:endParaRPr>
          </a:p>
        </p:txBody>
      </p:sp>
    </p:spTree>
    <p:extLst>
      <p:ext uri="{BB962C8B-B14F-4D97-AF65-F5344CB8AC3E}">
        <p14:creationId xmlns:p14="http://schemas.microsoft.com/office/powerpoint/2010/main" val="128762765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287" y="2326936"/>
            <a:ext cx="10418233" cy="1592403"/>
          </a:xfrm>
        </p:spPr>
        <p:txBody>
          <a:bodyPr>
            <a:normAutofit/>
          </a:bodyPr>
          <a:lstStyle/>
          <a:p>
            <a:r>
              <a:rPr lang="en-US">
                <a:latin typeface="+mn-lt"/>
              </a:rPr>
              <a:t>Timing and Project Management </a:t>
            </a:r>
          </a:p>
        </p:txBody>
      </p:sp>
    </p:spTree>
    <p:extLst>
      <p:ext uri="{BB962C8B-B14F-4D97-AF65-F5344CB8AC3E}">
        <p14:creationId xmlns:p14="http://schemas.microsoft.com/office/powerpoint/2010/main" val="306957165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Dates</a:t>
            </a:r>
            <a:endParaRPr lang="en-US"/>
          </a:p>
        </p:txBody>
      </p:sp>
      <p:sp>
        <p:nvSpPr>
          <p:cNvPr id="24" name="AutoShape 12">
            <a:extLst>
              <a:ext uri="{FF2B5EF4-FFF2-40B4-BE49-F238E27FC236}">
                <a16:creationId xmlns:a16="http://schemas.microsoft.com/office/drawing/2014/main" id="{EDF876FF-27A9-4184-B283-18717A5D5F6D}"/>
              </a:ext>
            </a:extLst>
          </p:cNvPr>
          <p:cNvSpPr>
            <a:spLocks noChangeArrowheads="1"/>
          </p:cNvSpPr>
          <p:nvPr/>
        </p:nvSpPr>
        <p:spPr bwMode="auto">
          <a:xfrm rot="5400000">
            <a:off x="4897140" y="-524100"/>
            <a:ext cx="2296012" cy="9639167"/>
          </a:xfrm>
          <a:prstGeom prst="homePlate">
            <a:avLst>
              <a:gd name="adj" fmla="val 100000"/>
            </a:avLst>
          </a:prstGeom>
          <a:solidFill>
            <a:srgbClr val="F2F2F2"/>
          </a:solidFill>
          <a:ln w="6350" algn="ctr">
            <a:noFill/>
            <a:miter lim="800000"/>
            <a:headEnd/>
            <a:tailEnd/>
          </a:ln>
        </p:spPr>
        <p:txBody>
          <a:bodyPr wrap="square" lIns="65303" tIns="65303" rIns="65303" bIns="65303" anchor="ctr"/>
          <a:lstStyle/>
          <a:p>
            <a:pPr marL="0" marR="0" lvl="0" indent="0" algn="ctr" defTabSz="671718" rtl="0" eaLnBrk="1" fontAlgn="base" latinLnBrk="0" hangingPunct="1">
              <a:lnSpc>
                <a:spcPct val="100000"/>
              </a:lnSpc>
              <a:spcBef>
                <a:spcPct val="0"/>
              </a:spcBef>
              <a:spcAft>
                <a:spcPct val="0"/>
              </a:spcAft>
              <a:buClrTx/>
              <a:buSzTx/>
              <a:buFontTx/>
              <a:buNone/>
              <a:tabLst/>
              <a:defRPr/>
            </a:pPr>
            <a:endParaRPr kumimoji="0" lang="en-US" sz="1028" b="0" i="0" u="none" strike="noStrike" kern="1200" cap="none" spc="0" normalizeH="0" baseline="0" noProof="0">
              <a:ln>
                <a:noFill/>
              </a:ln>
              <a:solidFill>
                <a:srgbClr val="343434"/>
              </a:solidFill>
              <a:effectLst/>
              <a:uLnTx/>
              <a:uFillTx/>
              <a:latin typeface="Gotham Book" charset="0"/>
              <a:ea typeface="ヒラギノ角ゴ ProN W3" charset="0"/>
              <a:cs typeface="+mn-cs"/>
              <a:sym typeface="Gotham Book" charset="0"/>
            </a:endParaRPr>
          </a:p>
        </p:txBody>
      </p:sp>
      <p:sp>
        <p:nvSpPr>
          <p:cNvPr id="36" name="Text Placeholder 3">
            <a:extLst>
              <a:ext uri="{FF2B5EF4-FFF2-40B4-BE49-F238E27FC236}">
                <a16:creationId xmlns:a16="http://schemas.microsoft.com/office/drawing/2014/main" id="{9CD1EAE9-761E-42F0-9499-E7646510AF7B}"/>
              </a:ext>
            </a:extLst>
          </p:cNvPr>
          <p:cNvSpPr txBox="1">
            <a:spLocks/>
          </p:cNvSpPr>
          <p:nvPr/>
        </p:nvSpPr>
        <p:spPr bwMode="gray">
          <a:xfrm>
            <a:off x="349130" y="790195"/>
            <a:ext cx="10908054" cy="449662"/>
          </a:xfrm>
          <a:prstGeom prst="rect">
            <a:avLst/>
          </a:prstGeom>
          <a:ln>
            <a:noFill/>
          </a:ln>
        </p:spPr>
        <p:txBody>
          <a:bodyPr vert="horz" lIns="91440" tIns="91440" rIns="0" bIns="0" rtlCol="0" anchor="t" anchorCtr="0">
            <a:noAutofit/>
          </a:bodyPr>
          <a:lstStyle/>
          <a:p>
            <a:r>
              <a:rPr lang="en-US">
                <a:latin typeface="+mj-lt"/>
                <a:ea typeface="Open Sans" panose="020B0606030504020204" pitchFamily="34" charset="0"/>
                <a:cs typeface="Open Sans" panose="020B0606030504020204" pitchFamily="34" charset="0"/>
              </a:rPr>
              <a:t>Phased approach will be taken to remediate applications</a:t>
            </a:r>
          </a:p>
          <a:p>
            <a:endParaRPr lang="en-US">
              <a:latin typeface="+mj-lt"/>
              <a:ea typeface="Open Sans" panose="020B0606030504020204" pitchFamily="34" charset="0"/>
              <a:cs typeface="Open Sans" panose="020B0606030504020204" pitchFamily="34" charset="0"/>
            </a:endParaRPr>
          </a:p>
          <a:p>
            <a:r>
              <a:rPr lang="en-US" sz="2400" b="1">
                <a:latin typeface="+mj-lt"/>
                <a:ea typeface="Open Sans" panose="020B0606030504020204" pitchFamily="34" charset="0"/>
                <a:cs typeface="Open Sans" panose="020B0606030504020204" pitchFamily="34" charset="0"/>
              </a:rPr>
              <a:t>Phase 1 – </a:t>
            </a:r>
            <a:r>
              <a:rPr lang="en-US" sz="2400">
                <a:latin typeface="+mj-lt"/>
                <a:ea typeface="Open Sans" panose="020B0606030504020204" pitchFamily="34" charset="0"/>
                <a:cs typeface="Open Sans" panose="020B0606030504020204" pitchFamily="34" charset="0"/>
              </a:rPr>
              <a:t>EU/UK – Hosted in or used by</a:t>
            </a:r>
            <a:endParaRPr lang="en-US" sz="2400" b="1">
              <a:latin typeface="+mj-lt"/>
              <a:ea typeface="Open Sans" panose="020B0606030504020204" pitchFamily="34" charset="0"/>
              <a:cs typeface="Open Sans" panose="020B0606030504020204" pitchFamily="34" charset="0"/>
            </a:endParaRPr>
          </a:p>
        </p:txBody>
      </p:sp>
      <p:graphicFrame>
        <p:nvGraphicFramePr>
          <p:cNvPr id="17" name="Table 9">
            <a:extLst>
              <a:ext uri="{FF2B5EF4-FFF2-40B4-BE49-F238E27FC236}">
                <a16:creationId xmlns:a16="http://schemas.microsoft.com/office/drawing/2014/main" id="{49EC63C8-CB8D-4DFC-950C-67ACEF2527BB}"/>
              </a:ext>
            </a:extLst>
          </p:cNvPr>
          <p:cNvGraphicFramePr>
            <a:graphicFrameLocks noGrp="1"/>
          </p:cNvGraphicFramePr>
          <p:nvPr>
            <p:extLst>
              <p:ext uri="{D42A27DB-BD31-4B8C-83A1-F6EECF244321}">
                <p14:modId xmlns:p14="http://schemas.microsoft.com/office/powerpoint/2010/main" val="3124540688"/>
              </p:ext>
            </p:extLst>
          </p:nvPr>
        </p:nvGraphicFramePr>
        <p:xfrm>
          <a:off x="1795988" y="2047240"/>
          <a:ext cx="8266087" cy="1381760"/>
        </p:xfrm>
        <a:graphic>
          <a:graphicData uri="http://schemas.openxmlformats.org/drawingml/2006/table">
            <a:tbl>
              <a:tblPr firstRow="1" bandRow="1">
                <a:tableStyleId>{F2DE63D5-997A-4646-A377-4702673A728D}</a:tableStyleId>
              </a:tblPr>
              <a:tblGrid>
                <a:gridCol w="4228117">
                  <a:extLst>
                    <a:ext uri="{9D8B030D-6E8A-4147-A177-3AD203B41FA5}">
                      <a16:colId xmlns:a16="http://schemas.microsoft.com/office/drawing/2014/main" val="1876136669"/>
                    </a:ext>
                  </a:extLst>
                </a:gridCol>
                <a:gridCol w="4037970">
                  <a:extLst>
                    <a:ext uri="{9D8B030D-6E8A-4147-A177-3AD203B41FA5}">
                      <a16:colId xmlns:a16="http://schemas.microsoft.com/office/drawing/2014/main" val="764163268"/>
                    </a:ext>
                  </a:extLst>
                </a:gridCol>
              </a:tblGrid>
              <a:tr h="370840">
                <a:tc>
                  <a:txBody>
                    <a:bodyPr/>
                    <a:lstStyle/>
                    <a:p>
                      <a:pPr algn="ctr"/>
                      <a:r>
                        <a:rPr lang="en-US">
                          <a:solidFill>
                            <a:schemeClr val="tx1"/>
                          </a:solidFill>
                        </a:rPr>
                        <a:t>RISK LEVEL</a:t>
                      </a:r>
                    </a:p>
                  </a:txBody>
                  <a:tcPr>
                    <a:lnR w="12700" cap="flat" cmpd="sng" algn="ctr">
                      <a:solidFill>
                        <a:schemeClr val="tx1"/>
                      </a:solidFill>
                      <a:prstDash val="solid"/>
                      <a:round/>
                      <a:headEnd type="none" w="med" len="med"/>
                      <a:tailEnd type="none" w="med" len="med"/>
                    </a:lnR>
                  </a:tcPr>
                </a:tc>
                <a:tc>
                  <a:txBody>
                    <a:bodyPr/>
                    <a:lstStyle/>
                    <a:p>
                      <a:pPr algn="ctr"/>
                      <a:r>
                        <a:rPr lang="en-US">
                          <a:solidFill>
                            <a:schemeClr val="tx1"/>
                          </a:solidFill>
                        </a:rPr>
                        <a:t>REMEDIATE BY</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35619488"/>
                  </a:ext>
                </a:extLst>
              </a:tr>
              <a:tr h="370840">
                <a:tc>
                  <a:txBody>
                    <a:bodyPr/>
                    <a:lstStyle/>
                    <a:p>
                      <a:pPr algn="ctr"/>
                      <a:r>
                        <a:rPr lang="en-US"/>
                        <a:t>High (Public Facing Apps)</a:t>
                      </a:r>
                    </a:p>
                  </a:txBody>
                  <a:tcPr>
                    <a:lnR w="12700" cap="flat" cmpd="sng" algn="ctr">
                      <a:solidFill>
                        <a:schemeClr val="tx1"/>
                      </a:solidFill>
                      <a:prstDash val="solid"/>
                      <a:round/>
                      <a:headEnd type="none" w="med" len="med"/>
                      <a:tailEnd type="none" w="med" len="med"/>
                    </a:lnR>
                  </a:tcPr>
                </a:tc>
                <a:tc>
                  <a:txBody>
                    <a:bodyPr/>
                    <a:lstStyle/>
                    <a:p>
                      <a:pPr algn="ctr"/>
                      <a:r>
                        <a:rPr lang="en-US"/>
                        <a:t>Feb 28, 2022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84790921"/>
                  </a:ext>
                </a:extLst>
              </a:tr>
              <a:tr h="370840">
                <a:tc>
                  <a:txBody>
                    <a:bodyPr/>
                    <a:lstStyle/>
                    <a:p>
                      <a:pPr algn="ctr"/>
                      <a:r>
                        <a:rPr lang="en-US"/>
                        <a:t>Medium (Client Facing Apps)</a:t>
                      </a:r>
                    </a:p>
                    <a:p>
                      <a:pPr marL="0" marR="0" lvl="0" indent="0" algn="ctr" defTabSz="914400" eaLnBrk="1" fontAlgn="auto" latinLnBrk="0" hangingPunct="1">
                        <a:lnSpc>
                          <a:spcPct val="100000"/>
                        </a:lnSpc>
                        <a:spcBef>
                          <a:spcPts val="0"/>
                        </a:spcBef>
                        <a:spcAft>
                          <a:spcPts val="0"/>
                        </a:spcAft>
                        <a:buClrTx/>
                        <a:buSzTx/>
                        <a:buFontTx/>
                        <a:buNone/>
                        <a:tabLst/>
                        <a:defRPr/>
                      </a:pPr>
                      <a:r>
                        <a:rPr lang="en-US"/>
                        <a:t>Low (Internal Apps)</a:t>
                      </a:r>
                    </a:p>
                  </a:txBody>
                  <a:tcPr>
                    <a:lnR w="12700" cap="flat" cmpd="sng" algn="ctr">
                      <a:solidFill>
                        <a:schemeClr val="tx1"/>
                      </a:solidFill>
                      <a:prstDash val="solid"/>
                      <a:round/>
                      <a:headEnd type="none" w="med" len="med"/>
                      <a:tailEnd type="none" w="med" len="med"/>
                    </a:lnR>
                  </a:tcPr>
                </a:tc>
                <a:tc>
                  <a:txBody>
                    <a:bodyPr/>
                    <a:lstStyle/>
                    <a:p>
                      <a:pPr algn="ctr"/>
                      <a:r>
                        <a:rPr lang="en-US"/>
                        <a:t>May 31, 2022</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26330565"/>
                  </a:ext>
                </a:extLst>
              </a:tr>
            </a:tbl>
          </a:graphicData>
        </a:graphic>
      </p:graphicFrame>
      <p:sp>
        <p:nvSpPr>
          <p:cNvPr id="19" name="TextBox 18">
            <a:extLst>
              <a:ext uri="{FF2B5EF4-FFF2-40B4-BE49-F238E27FC236}">
                <a16:creationId xmlns:a16="http://schemas.microsoft.com/office/drawing/2014/main" id="{CA20BEE5-9D11-4503-9B73-21616D6702C8}"/>
              </a:ext>
            </a:extLst>
          </p:cNvPr>
          <p:cNvSpPr txBox="1"/>
          <p:nvPr/>
        </p:nvSpPr>
        <p:spPr>
          <a:xfrm>
            <a:off x="539568" y="4006017"/>
            <a:ext cx="6096000" cy="1415772"/>
          </a:xfrm>
          <a:prstGeom prst="rect">
            <a:avLst/>
          </a:prstGeom>
          <a:noFill/>
        </p:spPr>
        <p:txBody>
          <a:bodyPr wrap="square">
            <a:spAutoFit/>
          </a:bodyPr>
          <a:lstStyle>
            <a:defPPr>
              <a:defRPr lang="en-US"/>
            </a:defPPr>
            <a:lvl1pPr>
              <a:defRPr b="1">
                <a:latin typeface="+mj-lt"/>
                <a:ea typeface="Open Sans" panose="020B0606030504020204" pitchFamily="34" charset="0"/>
                <a:cs typeface="Open Sans" panose="020B0606030504020204" pitchFamily="34" charset="0"/>
              </a:defRPr>
            </a:lvl1pPr>
          </a:lstStyle>
          <a:p>
            <a:r>
              <a:rPr lang="en-US" sz="2400"/>
              <a:t>Phase 2 – </a:t>
            </a:r>
            <a:r>
              <a:rPr lang="en-US" sz="2400" b="0"/>
              <a:t>US Applications – Date TBD</a:t>
            </a:r>
          </a:p>
          <a:p>
            <a:r>
              <a:rPr lang="en-US" sz="2400" b="0"/>
              <a:t>                - </a:t>
            </a:r>
            <a:r>
              <a:rPr lang="en-US" sz="1400" b="0"/>
              <a:t>Provides lead time for testing</a:t>
            </a:r>
          </a:p>
          <a:p>
            <a:endParaRPr lang="en-US" sz="2400" b="0"/>
          </a:p>
          <a:p>
            <a:pPr marL="742950" lvl="1" indent="-285750">
              <a:buFont typeface="Arial" panose="020B0604020202020204" pitchFamily="34" charset="0"/>
              <a:buChar char="•"/>
            </a:pPr>
            <a:endParaRPr lang="en-US" sz="1400" b="0"/>
          </a:p>
        </p:txBody>
      </p:sp>
    </p:spTree>
    <p:extLst>
      <p:ext uri="{BB962C8B-B14F-4D97-AF65-F5344CB8AC3E}">
        <p14:creationId xmlns:p14="http://schemas.microsoft.com/office/powerpoint/2010/main" val="340899890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Project Tracking</a:t>
            </a:r>
            <a:endParaRPr lang="en-US"/>
          </a:p>
        </p:txBody>
      </p:sp>
      <p:sp>
        <p:nvSpPr>
          <p:cNvPr id="8" name="TextBox 7">
            <a:extLst>
              <a:ext uri="{FF2B5EF4-FFF2-40B4-BE49-F238E27FC236}">
                <a16:creationId xmlns:a16="http://schemas.microsoft.com/office/drawing/2014/main" id="{E39E81C4-ABCC-44BD-9B74-F17DAEA31EB1}"/>
              </a:ext>
            </a:extLst>
          </p:cNvPr>
          <p:cNvSpPr txBox="1"/>
          <p:nvPr/>
        </p:nvSpPr>
        <p:spPr>
          <a:xfrm>
            <a:off x="4726308" y="1226122"/>
            <a:ext cx="2136829" cy="646331"/>
          </a:xfrm>
          <a:prstGeom prst="rect">
            <a:avLst/>
          </a:prstGeom>
          <a:noFill/>
        </p:spPr>
        <p:txBody>
          <a:bodyPr wrap="square">
            <a:spAutoFit/>
          </a:bodyPr>
          <a:lstStyle/>
          <a:p>
            <a:pPr algn="ctr"/>
            <a:r>
              <a:rPr kumimoji="0" lang="en-US" sz="3600" b="1" i="0" u="none" strike="noStrike" kern="0" cap="none" spc="0" normalizeH="0" baseline="0" noProof="0">
                <a:ln>
                  <a:noFill/>
                </a:ln>
                <a:solidFill>
                  <a:srgbClr val="0000FF"/>
                </a:solidFill>
                <a:effectLst/>
                <a:uLnTx/>
                <a:uFillTx/>
                <a:latin typeface="+mj-lt"/>
                <a:ea typeface="Open Sans Light" panose="020B0306030504020204" pitchFamily="34" charset="0"/>
                <a:cs typeface="Open Sans Light" panose="020B0306030504020204" pitchFamily="34" charset="0"/>
                <a:hlinkClick r:id="rId2">
                  <a:extLst>
                    <a:ext uri="{A12FA001-AC4F-418D-AE19-62706E023703}">
                      <ahyp:hlinkClr xmlns:ahyp="http://schemas.microsoft.com/office/drawing/2018/hyperlinkcolor" val="tx"/>
                    </a:ext>
                  </a:extLst>
                </a:hlinkClick>
              </a:rPr>
              <a:t>Octopus</a:t>
            </a:r>
            <a:endParaRPr lang="en-US" sz="3600" b="1">
              <a:solidFill>
                <a:srgbClr val="0000FF"/>
              </a:solidFill>
              <a:latin typeface="+mj-lt"/>
            </a:endParaRPr>
          </a:p>
        </p:txBody>
      </p:sp>
      <p:sp>
        <p:nvSpPr>
          <p:cNvPr id="4" name="TextBox 3">
            <a:extLst>
              <a:ext uri="{FF2B5EF4-FFF2-40B4-BE49-F238E27FC236}">
                <a16:creationId xmlns:a16="http://schemas.microsoft.com/office/drawing/2014/main" id="{04BD2A64-2325-46C2-B46D-D53EC5A95819}"/>
              </a:ext>
            </a:extLst>
          </p:cNvPr>
          <p:cNvSpPr txBox="1"/>
          <p:nvPr/>
        </p:nvSpPr>
        <p:spPr>
          <a:xfrm>
            <a:off x="1445622" y="2096850"/>
            <a:ext cx="10136777" cy="2046714"/>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a:solidFill>
                  <a:srgbClr val="313131"/>
                </a:solidFill>
              </a:rPr>
              <a:t>Central location for:</a:t>
            </a:r>
          </a:p>
          <a:p>
            <a:pPr marL="660400" lvl="1" indent="-203200">
              <a:spcBef>
                <a:spcPts val="600"/>
              </a:spcBef>
              <a:buSzPct val="100000"/>
              <a:buFont typeface="Arial"/>
              <a:buChar char="•"/>
            </a:pPr>
            <a:r>
              <a:rPr lang="en-US">
                <a:solidFill>
                  <a:srgbClr val="313131"/>
                </a:solidFill>
              </a:rPr>
              <a:t>Detailed Questionnaire Responses</a:t>
            </a:r>
          </a:p>
          <a:p>
            <a:pPr marL="660400" lvl="1" indent="-203200">
              <a:spcBef>
                <a:spcPts val="600"/>
              </a:spcBef>
              <a:buSzPct val="100000"/>
              <a:buFont typeface="Arial"/>
              <a:buChar char="•"/>
            </a:pPr>
            <a:r>
              <a:rPr lang="en-US">
                <a:solidFill>
                  <a:srgbClr val="313131"/>
                </a:solidFill>
              </a:rPr>
              <a:t>Collection of all Application URL’s</a:t>
            </a:r>
          </a:p>
          <a:p>
            <a:pPr marL="660400" lvl="1" indent="-203200">
              <a:spcBef>
                <a:spcPts val="600"/>
              </a:spcBef>
              <a:buSzPct val="100000"/>
              <a:buFont typeface="Arial"/>
              <a:buChar char="•"/>
            </a:pPr>
            <a:r>
              <a:rPr lang="en-US">
                <a:solidFill>
                  <a:srgbClr val="313131"/>
                </a:solidFill>
              </a:rPr>
              <a:t>Track Status of “onboarding” and “Implementation”</a:t>
            </a:r>
          </a:p>
          <a:p>
            <a:pPr marL="660400" lvl="1" indent="-203200">
              <a:spcBef>
                <a:spcPts val="600"/>
              </a:spcBef>
              <a:buSzPct val="100000"/>
              <a:buFont typeface="Arial"/>
              <a:buChar char="•"/>
            </a:pPr>
            <a:r>
              <a:rPr lang="en-US">
                <a:solidFill>
                  <a:srgbClr val="313131"/>
                </a:solidFill>
              </a:rPr>
              <a:t>All “Knowledge Base” documents</a:t>
            </a:r>
          </a:p>
          <a:p>
            <a:pPr marL="660400" lvl="1" indent="-203200">
              <a:spcBef>
                <a:spcPts val="600"/>
              </a:spcBef>
              <a:buSzPct val="100000"/>
              <a:buFont typeface="Arial"/>
              <a:buChar char="•"/>
            </a:pPr>
            <a:r>
              <a:rPr lang="en-US">
                <a:solidFill>
                  <a:srgbClr val="313131"/>
                </a:solidFill>
              </a:rPr>
              <a:t>Data Exports</a:t>
            </a:r>
          </a:p>
        </p:txBody>
      </p:sp>
    </p:spTree>
    <p:extLst>
      <p:ext uri="{BB962C8B-B14F-4D97-AF65-F5344CB8AC3E}">
        <p14:creationId xmlns:p14="http://schemas.microsoft.com/office/powerpoint/2010/main" val="69436136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Support</a:t>
            </a:r>
            <a:endParaRPr lang="en-US"/>
          </a:p>
        </p:txBody>
      </p:sp>
      <p:grpSp>
        <p:nvGrpSpPr>
          <p:cNvPr id="7" name="Group 6">
            <a:extLst>
              <a:ext uri="{FF2B5EF4-FFF2-40B4-BE49-F238E27FC236}">
                <a16:creationId xmlns:a16="http://schemas.microsoft.com/office/drawing/2014/main" id="{49724F8C-FB3E-4B92-87FD-D3EE107FF51B}"/>
              </a:ext>
            </a:extLst>
          </p:cNvPr>
          <p:cNvGrpSpPr/>
          <p:nvPr/>
        </p:nvGrpSpPr>
        <p:grpSpPr>
          <a:xfrm>
            <a:off x="-3357917" y="149873"/>
            <a:ext cx="12440676" cy="6899805"/>
            <a:chOff x="-5084378" y="526136"/>
            <a:chExt cx="12440676" cy="6899805"/>
          </a:xfrm>
        </p:grpSpPr>
        <p:sp>
          <p:nvSpPr>
            <p:cNvPr id="8" name="Block Arc 7">
              <a:extLst>
                <a:ext uri="{FF2B5EF4-FFF2-40B4-BE49-F238E27FC236}">
                  <a16:creationId xmlns:a16="http://schemas.microsoft.com/office/drawing/2014/main" id="{BD8298E7-F0B0-48DC-9BE9-F52F1D34F786}"/>
                </a:ext>
              </a:extLst>
            </p:cNvPr>
            <p:cNvSpPr/>
            <p:nvPr/>
          </p:nvSpPr>
          <p:spPr>
            <a:xfrm>
              <a:off x="-5084378" y="526136"/>
              <a:ext cx="6899805" cy="6899805"/>
            </a:xfrm>
            <a:prstGeom prst="blockArc">
              <a:avLst>
                <a:gd name="adj1" fmla="val 18900000"/>
                <a:gd name="adj2" fmla="val 2700000"/>
                <a:gd name="adj3" fmla="val 313"/>
              </a:avLst>
            </a:prstGeom>
            <a:solidFill>
              <a:srgbClr val="75787B"/>
            </a:solidFill>
            <a:ln w="25400" cap="flat" cmpd="sng" algn="ctr">
              <a:solidFill>
                <a:srgbClr val="75787B"/>
              </a:solidFill>
              <a:prstDash val="solid"/>
            </a:ln>
            <a:effectLst/>
          </p:spPr>
        </p:sp>
        <p:sp>
          <p:nvSpPr>
            <p:cNvPr id="9" name="Freeform: Shape 8">
              <a:extLst>
                <a:ext uri="{FF2B5EF4-FFF2-40B4-BE49-F238E27FC236}">
                  <a16:creationId xmlns:a16="http://schemas.microsoft.com/office/drawing/2014/main" id="{D9068F25-0971-4AA0-8530-E0B882737A82}"/>
                </a:ext>
              </a:extLst>
            </p:cNvPr>
            <p:cNvSpPr/>
            <p:nvPr/>
          </p:nvSpPr>
          <p:spPr>
            <a:xfrm>
              <a:off x="1289190" y="1807231"/>
              <a:ext cx="6067107" cy="788545"/>
            </a:xfrm>
            <a:custGeom>
              <a:avLst/>
              <a:gdLst>
                <a:gd name="connsiteX0" fmla="*/ 0 w 9824091"/>
                <a:gd name="connsiteY0" fmla="*/ 0 h 788545"/>
                <a:gd name="connsiteX1" fmla="*/ 9824091 w 9824091"/>
                <a:gd name="connsiteY1" fmla="*/ 0 h 788545"/>
                <a:gd name="connsiteX2" fmla="*/ 9824091 w 9824091"/>
                <a:gd name="connsiteY2" fmla="*/ 788545 h 788545"/>
                <a:gd name="connsiteX3" fmla="*/ 0 w 9824091"/>
                <a:gd name="connsiteY3" fmla="*/ 788545 h 788545"/>
                <a:gd name="connsiteX4" fmla="*/ 0 w 9824091"/>
                <a:gd name="connsiteY4" fmla="*/ 0 h 78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4091" h="788545">
                  <a:moveTo>
                    <a:pt x="0" y="0"/>
                  </a:moveTo>
                  <a:lnTo>
                    <a:pt x="9824091" y="0"/>
                  </a:lnTo>
                  <a:lnTo>
                    <a:pt x="9824091" y="788545"/>
                  </a:lnTo>
                  <a:lnTo>
                    <a:pt x="0" y="788545"/>
                  </a:lnTo>
                  <a:lnTo>
                    <a:pt x="0" y="0"/>
                  </a:lnTo>
                  <a:close/>
                </a:path>
              </a:pathLst>
            </a:custGeom>
            <a:solidFill>
              <a:srgbClr val="43B02A"/>
            </a:solidFill>
            <a:ln w="25400" cap="flat" cmpd="sng" algn="ctr">
              <a:noFill/>
              <a:prstDash val="solid"/>
            </a:ln>
            <a:effectLst/>
          </p:spPr>
          <p:txBody>
            <a:bodyPr spcFirstLastPara="0" vert="horz" wrap="square" lIns="625908" tIns="33020" rIns="33020" bIns="33020" numCol="1" spcCol="1270" anchor="ctr" anchorCtr="0">
              <a:noAutofit/>
            </a:bodyPr>
            <a:lstStyle/>
            <a:p>
              <a:pPr marL="0" marR="0" lvl="0" indent="0" defTabSz="577850" eaLnBrk="1" fontAlgn="auto" latinLnBrk="0" hangingPunct="1">
                <a:lnSpc>
                  <a:spcPct val="90000"/>
                </a:lnSpc>
                <a:spcBef>
                  <a:spcPct val="0"/>
                </a:spcBef>
                <a:spcAft>
                  <a:spcPct val="35000"/>
                </a:spcAft>
                <a:buClrTx/>
                <a:buSzTx/>
                <a:buFontTx/>
                <a:buNone/>
                <a:tabLst/>
                <a:defRPr/>
              </a:pPr>
              <a:r>
                <a:rPr lang="en-US" sz="1400" kern="0">
                  <a:solidFill>
                    <a:prstClr val="white"/>
                  </a:solidFill>
                  <a:latin typeface="Verdana"/>
                </a:rPr>
                <a:t>Open Hours for AAPS App Teams (Q&amp;A)</a:t>
              </a:r>
            </a:p>
            <a:p>
              <a:pPr marL="0" marR="0" lvl="0" indent="0" defTabSz="577850" eaLnBrk="1" fontAlgn="auto" latinLnBrk="0" hangingPunct="1">
                <a:lnSpc>
                  <a:spcPct val="90000"/>
                </a:lnSpc>
                <a:spcBef>
                  <a:spcPct val="0"/>
                </a:spcBef>
                <a:spcAft>
                  <a:spcPct val="35000"/>
                </a:spcAft>
                <a:buClrTx/>
                <a:buSzTx/>
                <a:buFontTx/>
                <a:buNone/>
                <a:tabLst/>
                <a:defRPr/>
              </a:pPr>
              <a:r>
                <a:rPr lang="en-US" sz="1400" kern="0">
                  <a:solidFill>
                    <a:prstClr val="white"/>
                  </a:solidFill>
                  <a:latin typeface="Verdana"/>
                </a:rPr>
                <a:t>Once a week – Tuesday</a:t>
              </a:r>
              <a:endParaRPr kumimoji="0" lang="en-US" sz="1400" b="0" i="0" u="none" strike="noStrike" kern="0" cap="none" spc="0" normalizeH="0" baseline="0" noProof="0">
                <a:ln>
                  <a:noFill/>
                </a:ln>
                <a:solidFill>
                  <a:prstClr val="white"/>
                </a:solidFill>
                <a:effectLst/>
                <a:uLnTx/>
                <a:uFillTx/>
                <a:latin typeface="Verdana"/>
                <a:ea typeface="+mn-ea"/>
                <a:cs typeface="+mn-cs"/>
              </a:endParaRPr>
            </a:p>
          </p:txBody>
        </p:sp>
        <p:sp>
          <p:nvSpPr>
            <p:cNvPr id="10" name="Oval 9">
              <a:extLst>
                <a:ext uri="{FF2B5EF4-FFF2-40B4-BE49-F238E27FC236}">
                  <a16:creationId xmlns:a16="http://schemas.microsoft.com/office/drawing/2014/main" id="{C1C0CAC1-F295-47FC-A88A-E817659FDD7B}"/>
                </a:ext>
              </a:extLst>
            </p:cNvPr>
            <p:cNvSpPr/>
            <p:nvPr/>
          </p:nvSpPr>
          <p:spPr>
            <a:xfrm>
              <a:off x="796348" y="1708663"/>
              <a:ext cx="985681" cy="985681"/>
            </a:xfrm>
            <a:prstGeom prst="ellipse">
              <a:avLst/>
            </a:prstGeom>
            <a:solidFill>
              <a:sysClr val="windowText" lastClr="000000"/>
            </a:solidFill>
            <a:ln w="25400" cap="flat" cmpd="sng" algn="ctr">
              <a:solidFill>
                <a:srgbClr val="43B02A"/>
              </a:solidFill>
              <a:prstDash val="solid"/>
            </a:ln>
            <a:effectLst/>
          </p:spPr>
        </p:sp>
        <p:sp>
          <p:nvSpPr>
            <p:cNvPr id="11" name="Freeform: Shape 10">
              <a:extLst>
                <a:ext uri="{FF2B5EF4-FFF2-40B4-BE49-F238E27FC236}">
                  <a16:creationId xmlns:a16="http://schemas.microsoft.com/office/drawing/2014/main" id="{EFA6B7D0-9EEC-485F-9A4B-3205A1CD2A6D}"/>
                </a:ext>
              </a:extLst>
            </p:cNvPr>
            <p:cNvSpPr/>
            <p:nvPr/>
          </p:nvSpPr>
          <p:spPr>
            <a:xfrm>
              <a:off x="1741280" y="2990254"/>
              <a:ext cx="5615017" cy="788545"/>
            </a:xfrm>
            <a:custGeom>
              <a:avLst/>
              <a:gdLst>
                <a:gd name="connsiteX0" fmla="*/ 0 w 9372000"/>
                <a:gd name="connsiteY0" fmla="*/ 0 h 788545"/>
                <a:gd name="connsiteX1" fmla="*/ 9372000 w 9372000"/>
                <a:gd name="connsiteY1" fmla="*/ 0 h 788545"/>
                <a:gd name="connsiteX2" fmla="*/ 9372000 w 9372000"/>
                <a:gd name="connsiteY2" fmla="*/ 788545 h 788545"/>
                <a:gd name="connsiteX3" fmla="*/ 0 w 9372000"/>
                <a:gd name="connsiteY3" fmla="*/ 788545 h 788545"/>
                <a:gd name="connsiteX4" fmla="*/ 0 w 9372000"/>
                <a:gd name="connsiteY4" fmla="*/ 0 h 78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000" h="788545">
                  <a:moveTo>
                    <a:pt x="0" y="0"/>
                  </a:moveTo>
                  <a:lnTo>
                    <a:pt x="9372000" y="0"/>
                  </a:lnTo>
                  <a:lnTo>
                    <a:pt x="9372000" y="788545"/>
                  </a:lnTo>
                  <a:lnTo>
                    <a:pt x="0" y="788545"/>
                  </a:lnTo>
                  <a:lnTo>
                    <a:pt x="0" y="0"/>
                  </a:lnTo>
                  <a:close/>
                </a:path>
              </a:pathLst>
            </a:custGeom>
            <a:solidFill>
              <a:srgbClr val="0097A9"/>
            </a:solidFill>
            <a:ln w="25400" cap="flat" cmpd="sng" algn="ctr">
              <a:solidFill>
                <a:srgbClr val="0097A9"/>
              </a:solidFill>
              <a:prstDash val="solid"/>
            </a:ln>
            <a:effectLst/>
          </p:spPr>
          <p:txBody>
            <a:bodyPr spcFirstLastPara="0" vert="horz" wrap="square" lIns="625908" tIns="33020" rIns="33020" bIns="33020" numCol="1" spcCol="1270" anchor="ctr" anchorCtr="0">
              <a:noAutofit/>
            </a:bodyPr>
            <a:lstStyle/>
            <a:p>
              <a:pPr lvl="0" defTabSz="577850">
                <a:lnSpc>
                  <a:spcPct val="90000"/>
                </a:lnSpc>
                <a:spcBef>
                  <a:spcPct val="0"/>
                </a:spcBef>
                <a:spcAft>
                  <a:spcPct val="35000"/>
                </a:spcAft>
                <a:defRPr/>
              </a:pPr>
              <a:r>
                <a:rPr lang="en-US" sz="1400" kern="0">
                  <a:solidFill>
                    <a:prstClr val="white"/>
                  </a:solidFill>
                  <a:latin typeface="Verdana"/>
                </a:rPr>
                <a:t>Periodic Checks</a:t>
              </a:r>
            </a:p>
            <a:p>
              <a:pPr lvl="0" defTabSz="577850">
                <a:lnSpc>
                  <a:spcPct val="90000"/>
                </a:lnSpc>
                <a:spcBef>
                  <a:spcPct val="0"/>
                </a:spcBef>
                <a:spcAft>
                  <a:spcPct val="35000"/>
                </a:spcAft>
                <a:defRPr/>
              </a:pPr>
              <a:r>
                <a:rPr lang="en-US" sz="1400" kern="0">
                  <a:solidFill>
                    <a:prstClr val="white"/>
                  </a:solidFill>
                  <a:latin typeface="Verdana"/>
                </a:rPr>
                <a:t>Bi-weekly – Thursday</a:t>
              </a:r>
            </a:p>
          </p:txBody>
        </p:sp>
        <p:sp>
          <p:nvSpPr>
            <p:cNvPr id="12" name="Oval 11">
              <a:extLst>
                <a:ext uri="{FF2B5EF4-FFF2-40B4-BE49-F238E27FC236}">
                  <a16:creationId xmlns:a16="http://schemas.microsoft.com/office/drawing/2014/main" id="{D194A4AE-9492-4B84-83A3-79DDBF241292}"/>
                </a:ext>
              </a:extLst>
            </p:cNvPr>
            <p:cNvSpPr/>
            <p:nvPr/>
          </p:nvSpPr>
          <p:spPr>
            <a:xfrm>
              <a:off x="1248439" y="2891686"/>
              <a:ext cx="985681" cy="985681"/>
            </a:xfrm>
            <a:prstGeom prst="ellipse">
              <a:avLst/>
            </a:prstGeom>
            <a:solidFill>
              <a:sysClr val="windowText" lastClr="000000"/>
            </a:solidFill>
            <a:ln w="25400" cap="flat" cmpd="sng" algn="ctr">
              <a:solidFill>
                <a:srgbClr val="0097A9"/>
              </a:solidFill>
              <a:prstDash val="solid"/>
            </a:ln>
            <a:effectLst/>
          </p:spPr>
        </p:sp>
        <p:sp>
          <p:nvSpPr>
            <p:cNvPr id="13" name="Freeform: Shape 12">
              <a:extLst>
                <a:ext uri="{FF2B5EF4-FFF2-40B4-BE49-F238E27FC236}">
                  <a16:creationId xmlns:a16="http://schemas.microsoft.com/office/drawing/2014/main" id="{D46C1B37-42ED-41D8-A224-84CF6156BE4E}"/>
                </a:ext>
              </a:extLst>
            </p:cNvPr>
            <p:cNvSpPr/>
            <p:nvPr/>
          </p:nvSpPr>
          <p:spPr>
            <a:xfrm>
              <a:off x="1741280" y="4173276"/>
              <a:ext cx="5615017" cy="788545"/>
            </a:xfrm>
            <a:custGeom>
              <a:avLst/>
              <a:gdLst>
                <a:gd name="connsiteX0" fmla="*/ 0 w 9372000"/>
                <a:gd name="connsiteY0" fmla="*/ 0 h 788545"/>
                <a:gd name="connsiteX1" fmla="*/ 9372000 w 9372000"/>
                <a:gd name="connsiteY1" fmla="*/ 0 h 788545"/>
                <a:gd name="connsiteX2" fmla="*/ 9372000 w 9372000"/>
                <a:gd name="connsiteY2" fmla="*/ 788545 h 788545"/>
                <a:gd name="connsiteX3" fmla="*/ 0 w 9372000"/>
                <a:gd name="connsiteY3" fmla="*/ 788545 h 788545"/>
                <a:gd name="connsiteX4" fmla="*/ 0 w 9372000"/>
                <a:gd name="connsiteY4" fmla="*/ 0 h 78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000" h="788545">
                  <a:moveTo>
                    <a:pt x="0" y="0"/>
                  </a:moveTo>
                  <a:lnTo>
                    <a:pt x="9372000" y="0"/>
                  </a:lnTo>
                  <a:lnTo>
                    <a:pt x="9372000" y="788545"/>
                  </a:lnTo>
                  <a:lnTo>
                    <a:pt x="0" y="788545"/>
                  </a:lnTo>
                  <a:lnTo>
                    <a:pt x="0" y="0"/>
                  </a:lnTo>
                  <a:close/>
                </a:path>
              </a:pathLst>
            </a:custGeom>
            <a:solidFill>
              <a:sysClr val="window" lastClr="FFFFFF">
                <a:lumMod val="50000"/>
              </a:sysClr>
            </a:solidFill>
            <a:ln w="25400" cap="flat" cmpd="sng" algn="ctr">
              <a:noFill/>
              <a:prstDash val="solid"/>
            </a:ln>
            <a:effectLst/>
          </p:spPr>
          <p:txBody>
            <a:bodyPr spcFirstLastPara="0" vert="horz" wrap="square" lIns="625908" tIns="33020" rIns="33020" bIns="33020" numCol="1" spcCol="1270" anchor="ctr" anchorCtr="0">
              <a:noAutofit/>
            </a:bodyPr>
            <a:lstStyle/>
            <a:p>
              <a:pPr lvl="0" defTabSz="577850">
                <a:lnSpc>
                  <a:spcPct val="90000"/>
                </a:lnSpc>
                <a:spcBef>
                  <a:spcPct val="0"/>
                </a:spcBef>
                <a:spcAft>
                  <a:spcPct val="35000"/>
                </a:spcAft>
                <a:defRPr/>
              </a:pPr>
              <a:r>
                <a:rPr lang="en-US" sz="1400" kern="0">
                  <a:solidFill>
                    <a:prstClr val="white"/>
                  </a:solidFill>
                  <a:latin typeface="Verdana"/>
                </a:rPr>
                <a:t>Individual touch point with App Teams</a:t>
              </a:r>
            </a:p>
            <a:p>
              <a:pPr lvl="0" defTabSz="577850">
                <a:lnSpc>
                  <a:spcPct val="90000"/>
                </a:lnSpc>
                <a:spcBef>
                  <a:spcPct val="0"/>
                </a:spcBef>
                <a:spcAft>
                  <a:spcPct val="35000"/>
                </a:spcAft>
                <a:defRPr/>
              </a:pPr>
              <a:r>
                <a:rPr lang="en-US" sz="1400" kern="0">
                  <a:solidFill>
                    <a:prstClr val="white"/>
                  </a:solidFill>
                  <a:latin typeface="Verdana"/>
                </a:rPr>
                <a:t>As Needed (POC – Christian Escobar)</a:t>
              </a:r>
            </a:p>
          </p:txBody>
        </p:sp>
        <p:sp>
          <p:nvSpPr>
            <p:cNvPr id="14" name="Oval 13">
              <a:extLst>
                <a:ext uri="{FF2B5EF4-FFF2-40B4-BE49-F238E27FC236}">
                  <a16:creationId xmlns:a16="http://schemas.microsoft.com/office/drawing/2014/main" id="{DBD11DA1-240F-4F1C-8F4A-327BA1C28397}"/>
                </a:ext>
              </a:extLst>
            </p:cNvPr>
            <p:cNvSpPr/>
            <p:nvPr/>
          </p:nvSpPr>
          <p:spPr>
            <a:xfrm>
              <a:off x="1248439" y="4074708"/>
              <a:ext cx="985681" cy="985681"/>
            </a:xfrm>
            <a:prstGeom prst="ellipse">
              <a:avLst/>
            </a:prstGeom>
            <a:solidFill>
              <a:sysClr val="windowText" lastClr="000000"/>
            </a:solidFill>
            <a:ln w="25400" cap="flat" cmpd="sng" algn="ctr">
              <a:solidFill>
                <a:srgbClr val="75787B"/>
              </a:solidFill>
              <a:prstDash val="solid"/>
            </a:ln>
            <a:effectLst/>
          </p:spPr>
        </p:sp>
        <p:sp>
          <p:nvSpPr>
            <p:cNvPr id="15" name="Freeform: Shape 14">
              <a:extLst>
                <a:ext uri="{FF2B5EF4-FFF2-40B4-BE49-F238E27FC236}">
                  <a16:creationId xmlns:a16="http://schemas.microsoft.com/office/drawing/2014/main" id="{B767A2D8-52C1-4D9B-A5A9-36FFFA23A68F}"/>
                </a:ext>
              </a:extLst>
            </p:cNvPr>
            <p:cNvSpPr/>
            <p:nvPr/>
          </p:nvSpPr>
          <p:spPr>
            <a:xfrm>
              <a:off x="1289190" y="5356299"/>
              <a:ext cx="6067108" cy="788545"/>
            </a:xfrm>
            <a:custGeom>
              <a:avLst/>
              <a:gdLst>
                <a:gd name="connsiteX0" fmla="*/ 0 w 9824091"/>
                <a:gd name="connsiteY0" fmla="*/ 0 h 788545"/>
                <a:gd name="connsiteX1" fmla="*/ 9824091 w 9824091"/>
                <a:gd name="connsiteY1" fmla="*/ 0 h 788545"/>
                <a:gd name="connsiteX2" fmla="*/ 9824091 w 9824091"/>
                <a:gd name="connsiteY2" fmla="*/ 788545 h 788545"/>
                <a:gd name="connsiteX3" fmla="*/ 0 w 9824091"/>
                <a:gd name="connsiteY3" fmla="*/ 788545 h 788545"/>
                <a:gd name="connsiteX4" fmla="*/ 0 w 9824091"/>
                <a:gd name="connsiteY4" fmla="*/ 0 h 788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24091" h="788545">
                  <a:moveTo>
                    <a:pt x="0" y="0"/>
                  </a:moveTo>
                  <a:lnTo>
                    <a:pt x="9824091" y="0"/>
                  </a:lnTo>
                  <a:lnTo>
                    <a:pt x="9824091" y="788545"/>
                  </a:lnTo>
                  <a:lnTo>
                    <a:pt x="0" y="788545"/>
                  </a:lnTo>
                  <a:lnTo>
                    <a:pt x="0" y="0"/>
                  </a:lnTo>
                  <a:close/>
                </a:path>
              </a:pathLst>
            </a:custGeom>
            <a:solidFill>
              <a:srgbClr val="86BC25"/>
            </a:solidFill>
            <a:ln w="25400" cap="flat" cmpd="sng" algn="ctr">
              <a:noFill/>
              <a:prstDash val="solid"/>
            </a:ln>
            <a:effectLst/>
          </p:spPr>
          <p:txBody>
            <a:bodyPr spcFirstLastPara="0" vert="horz" wrap="square" lIns="625908" tIns="33020" rIns="33020" bIns="33020" numCol="1" spcCol="1270" anchor="ctr" anchorCtr="0">
              <a:noAutofit/>
            </a:bodyPr>
            <a:lstStyle/>
            <a:p>
              <a:pPr lvl="0" defTabSz="577850">
                <a:lnSpc>
                  <a:spcPct val="90000"/>
                </a:lnSpc>
                <a:spcBef>
                  <a:spcPct val="0"/>
                </a:spcBef>
                <a:spcAft>
                  <a:spcPct val="35000"/>
                </a:spcAft>
                <a:defRPr/>
              </a:pPr>
              <a:r>
                <a:rPr lang="en-US" sz="1400" kern="0">
                  <a:solidFill>
                    <a:prstClr val="white"/>
                  </a:solidFill>
                  <a:latin typeface="Verdana"/>
                </a:rPr>
                <a:t>Technical Support</a:t>
              </a:r>
            </a:p>
            <a:p>
              <a:pPr lvl="0" defTabSz="577850">
                <a:lnSpc>
                  <a:spcPct val="90000"/>
                </a:lnSpc>
                <a:spcBef>
                  <a:spcPct val="0"/>
                </a:spcBef>
                <a:spcAft>
                  <a:spcPct val="35000"/>
                </a:spcAft>
                <a:defRPr/>
              </a:pPr>
              <a:r>
                <a:rPr lang="en-US" sz="1400" kern="0">
                  <a:solidFill>
                    <a:prstClr val="white"/>
                  </a:solidFill>
                  <a:latin typeface="Verdana"/>
                </a:rPr>
                <a:t>As Needed (POC – Juan Pena)</a:t>
              </a:r>
            </a:p>
          </p:txBody>
        </p:sp>
        <p:sp>
          <p:nvSpPr>
            <p:cNvPr id="16" name="Oval 15">
              <a:extLst>
                <a:ext uri="{FF2B5EF4-FFF2-40B4-BE49-F238E27FC236}">
                  <a16:creationId xmlns:a16="http://schemas.microsoft.com/office/drawing/2014/main" id="{DFC1DF9E-BC74-4A6C-ACBD-A07316AEF3FF}"/>
                </a:ext>
              </a:extLst>
            </p:cNvPr>
            <p:cNvSpPr/>
            <p:nvPr/>
          </p:nvSpPr>
          <p:spPr>
            <a:xfrm>
              <a:off x="796348" y="5257731"/>
              <a:ext cx="985681" cy="985681"/>
            </a:xfrm>
            <a:prstGeom prst="ellipse">
              <a:avLst/>
            </a:prstGeom>
            <a:solidFill>
              <a:sysClr val="windowText" lastClr="000000"/>
            </a:solidFill>
            <a:ln w="25400" cap="flat" cmpd="sng" algn="ctr">
              <a:solidFill>
                <a:srgbClr val="86BC25"/>
              </a:solidFill>
              <a:prstDash val="solid"/>
            </a:ln>
            <a:effectLst/>
          </p:spPr>
        </p:sp>
      </p:grpSp>
      <p:sp>
        <p:nvSpPr>
          <p:cNvPr id="18" name="Oval 17">
            <a:extLst>
              <a:ext uri="{FF2B5EF4-FFF2-40B4-BE49-F238E27FC236}">
                <a16:creationId xmlns:a16="http://schemas.microsoft.com/office/drawing/2014/main" id="{659EE6A2-981E-41B7-B94C-A16A20E42372}"/>
              </a:ext>
            </a:extLst>
          </p:cNvPr>
          <p:cNvSpPr/>
          <p:nvPr/>
        </p:nvSpPr>
        <p:spPr>
          <a:xfrm rot="11700000">
            <a:off x="3066888" y="3789126"/>
            <a:ext cx="801708" cy="816363"/>
          </a:xfrm>
          <a:prstGeom prst="ellipse">
            <a:avLst/>
          </a:prstGeom>
          <a:solidFill>
            <a:srgbClr val="75787B"/>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Arial"/>
            </a:endParaRPr>
          </a:p>
        </p:txBody>
      </p:sp>
      <p:sp>
        <p:nvSpPr>
          <p:cNvPr id="20" name="Flowchart: Connector 19">
            <a:extLst>
              <a:ext uri="{FF2B5EF4-FFF2-40B4-BE49-F238E27FC236}">
                <a16:creationId xmlns:a16="http://schemas.microsoft.com/office/drawing/2014/main" id="{1A1C3B8D-4A51-4487-BFCD-67D2E953E997}"/>
              </a:ext>
            </a:extLst>
          </p:cNvPr>
          <p:cNvSpPr/>
          <p:nvPr/>
        </p:nvSpPr>
        <p:spPr bwMode="gray">
          <a:xfrm>
            <a:off x="2706752" y="1852851"/>
            <a:ext cx="612648" cy="612648"/>
          </a:xfrm>
          <a:prstGeom prst="flowChartConnector">
            <a:avLst/>
          </a:prstGeom>
          <a:noFill/>
          <a:ln w="19050" algn="ctr">
            <a:solidFill>
              <a:sysClr val="window" lastClr="FFFFFF"/>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a:ln>
                <a:noFill/>
              </a:ln>
              <a:solidFill>
                <a:prstClr val="white"/>
              </a:solidFill>
              <a:effectLst/>
              <a:uLnTx/>
              <a:uFillTx/>
              <a:latin typeface="Verdana"/>
            </a:endParaRPr>
          </a:p>
        </p:txBody>
      </p:sp>
      <p:sp>
        <p:nvSpPr>
          <p:cNvPr id="21" name="Oval 20">
            <a:extLst>
              <a:ext uri="{FF2B5EF4-FFF2-40B4-BE49-F238E27FC236}">
                <a16:creationId xmlns:a16="http://schemas.microsoft.com/office/drawing/2014/main" id="{B7DC690E-A863-4E7F-970F-7ABDE0EB4C03}"/>
              </a:ext>
            </a:extLst>
          </p:cNvPr>
          <p:cNvSpPr/>
          <p:nvPr/>
        </p:nvSpPr>
        <p:spPr>
          <a:xfrm rot="11700000">
            <a:off x="3066886" y="2613567"/>
            <a:ext cx="801708" cy="816363"/>
          </a:xfrm>
          <a:prstGeom prst="ellipse">
            <a:avLst/>
          </a:prstGeom>
          <a:solidFill>
            <a:srgbClr val="0097A9"/>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Arial"/>
            </a:endParaRPr>
          </a:p>
        </p:txBody>
      </p:sp>
      <p:sp>
        <p:nvSpPr>
          <p:cNvPr id="22" name="Oval 21">
            <a:extLst>
              <a:ext uri="{FF2B5EF4-FFF2-40B4-BE49-F238E27FC236}">
                <a16:creationId xmlns:a16="http://schemas.microsoft.com/office/drawing/2014/main" id="{05DDDAE2-D084-41E0-B662-802605375164}"/>
              </a:ext>
            </a:extLst>
          </p:cNvPr>
          <p:cNvSpPr/>
          <p:nvPr/>
        </p:nvSpPr>
        <p:spPr>
          <a:xfrm rot="11700000">
            <a:off x="2612221" y="1435867"/>
            <a:ext cx="801708" cy="816363"/>
          </a:xfrm>
          <a:prstGeom prst="ellipse">
            <a:avLst/>
          </a:prstGeom>
          <a:solidFill>
            <a:srgbClr val="43B02A"/>
          </a:solidFill>
          <a:ln w="9525" cap="flat" cmpd="sng" algn="ctr">
            <a:noFill/>
            <a:prstDash val="solid"/>
          </a:ln>
          <a:effectLst/>
        </p:spPr>
        <p:txBody>
          <a:bodyPr rtlCol="0" anchor="ctr"/>
          <a:lstStyle/>
          <a:p>
            <a:pPr algn="ctr">
              <a:defRPr/>
            </a:pPr>
            <a:endParaRPr lang="en-US" sz="2000" kern="0">
              <a:solidFill>
                <a:srgbClr val="FFFFFF"/>
              </a:solidFill>
              <a:latin typeface="Arial"/>
            </a:endParaRPr>
          </a:p>
        </p:txBody>
      </p:sp>
      <p:pic>
        <p:nvPicPr>
          <p:cNvPr id="23" name="Graphic 22" descr="Atom">
            <a:extLst>
              <a:ext uri="{FF2B5EF4-FFF2-40B4-BE49-F238E27FC236}">
                <a16:creationId xmlns:a16="http://schemas.microsoft.com/office/drawing/2014/main" id="{0057760A-1490-46C1-95CE-5D0BAC06AC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86347" y="1471016"/>
            <a:ext cx="680046" cy="680046"/>
          </a:xfrm>
          <a:prstGeom prst="rect">
            <a:avLst/>
          </a:prstGeom>
        </p:spPr>
      </p:pic>
      <p:pic>
        <p:nvPicPr>
          <p:cNvPr id="25" name="Graphic 24" descr="World">
            <a:extLst>
              <a:ext uri="{FF2B5EF4-FFF2-40B4-BE49-F238E27FC236}">
                <a16:creationId xmlns:a16="http://schemas.microsoft.com/office/drawing/2014/main" id="{9ED65395-F788-47F0-96F4-9E73ACA946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10420" y="2643070"/>
            <a:ext cx="731520" cy="731520"/>
          </a:xfrm>
          <a:prstGeom prst="rect">
            <a:avLst/>
          </a:prstGeom>
        </p:spPr>
      </p:pic>
      <p:sp>
        <p:nvSpPr>
          <p:cNvPr id="26" name="Oval 25">
            <a:extLst>
              <a:ext uri="{FF2B5EF4-FFF2-40B4-BE49-F238E27FC236}">
                <a16:creationId xmlns:a16="http://schemas.microsoft.com/office/drawing/2014/main" id="{54FE2348-1CE0-41DC-8161-02B7472576AA}"/>
              </a:ext>
            </a:extLst>
          </p:cNvPr>
          <p:cNvSpPr/>
          <p:nvPr/>
        </p:nvSpPr>
        <p:spPr>
          <a:xfrm rot="11700000">
            <a:off x="2610947" y="4990183"/>
            <a:ext cx="801708" cy="816363"/>
          </a:xfrm>
          <a:prstGeom prst="ellipse">
            <a:avLst/>
          </a:prstGeom>
          <a:solidFill>
            <a:srgbClr val="A0D83C"/>
          </a:solidFill>
          <a:ln w="9525" cap="flat" cmpd="sng" algn="ctr">
            <a:noFill/>
            <a:prstDash val="solid"/>
          </a:ln>
          <a:effectLst/>
        </p:spPr>
        <p:txBody>
          <a:bodyPr rtlCol="0" anchor="ctr"/>
          <a:lstStyle/>
          <a:p>
            <a:pPr algn="ctr">
              <a:defRPr/>
            </a:pPr>
            <a:endParaRPr lang="en-US" sz="2000" kern="0">
              <a:solidFill>
                <a:srgbClr val="FFFFFF"/>
              </a:solidFill>
              <a:latin typeface="Arial"/>
            </a:endParaRPr>
          </a:p>
        </p:txBody>
      </p:sp>
      <p:grpSp>
        <p:nvGrpSpPr>
          <p:cNvPr id="27" name="Group 536">
            <a:extLst>
              <a:ext uri="{FF2B5EF4-FFF2-40B4-BE49-F238E27FC236}">
                <a16:creationId xmlns:a16="http://schemas.microsoft.com/office/drawing/2014/main" id="{D113694F-4DB9-4836-B33C-FDE8596B1B90}"/>
              </a:ext>
            </a:extLst>
          </p:cNvPr>
          <p:cNvGrpSpPr>
            <a:grpSpLocks noChangeAspect="1"/>
          </p:cNvGrpSpPr>
          <p:nvPr/>
        </p:nvGrpSpPr>
        <p:grpSpPr bwMode="auto">
          <a:xfrm>
            <a:off x="3179000" y="3922058"/>
            <a:ext cx="594360" cy="594360"/>
            <a:chOff x="2631" y="1992"/>
            <a:chExt cx="340" cy="340"/>
          </a:xfrm>
          <a:solidFill>
            <a:sysClr val="window" lastClr="FFFFFF"/>
          </a:solidFill>
        </p:grpSpPr>
        <p:sp>
          <p:nvSpPr>
            <p:cNvPr id="28" name="Freeform 537">
              <a:extLst>
                <a:ext uri="{FF2B5EF4-FFF2-40B4-BE49-F238E27FC236}">
                  <a16:creationId xmlns:a16="http://schemas.microsoft.com/office/drawing/2014/main" id="{2927CA99-193F-4735-97E1-EAC48DD61827}"/>
                </a:ext>
              </a:extLst>
            </p:cNvPr>
            <p:cNvSpPr>
              <a:spLocks noEditPoints="1"/>
            </p:cNvSpPr>
            <p:nvPr/>
          </p:nvSpPr>
          <p:spPr bwMode="auto">
            <a:xfrm>
              <a:off x="2631" y="1992"/>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latin typeface="Verdana"/>
              </a:endParaRPr>
            </a:p>
          </p:txBody>
        </p:sp>
        <p:sp>
          <p:nvSpPr>
            <p:cNvPr id="29" name="Freeform 538">
              <a:extLst>
                <a:ext uri="{FF2B5EF4-FFF2-40B4-BE49-F238E27FC236}">
                  <a16:creationId xmlns:a16="http://schemas.microsoft.com/office/drawing/2014/main" id="{AB9E849D-D86B-4661-B035-125260D5CA2E}"/>
                </a:ext>
              </a:extLst>
            </p:cNvPr>
            <p:cNvSpPr>
              <a:spLocks noEditPoints="1"/>
            </p:cNvSpPr>
            <p:nvPr/>
          </p:nvSpPr>
          <p:spPr bwMode="auto">
            <a:xfrm>
              <a:off x="2709" y="2056"/>
              <a:ext cx="192" cy="212"/>
            </a:xfrm>
            <a:custGeom>
              <a:avLst/>
              <a:gdLst>
                <a:gd name="T0" fmla="*/ 211 w 289"/>
                <a:gd name="T1" fmla="*/ 132 h 319"/>
                <a:gd name="T2" fmla="*/ 257 w 289"/>
                <a:gd name="T3" fmla="*/ 153 h 319"/>
                <a:gd name="T4" fmla="*/ 286 w 289"/>
                <a:gd name="T5" fmla="*/ 107 h 319"/>
                <a:gd name="T6" fmla="*/ 267 w 289"/>
                <a:gd name="T7" fmla="*/ 97 h 319"/>
                <a:gd name="T8" fmla="*/ 149 w 289"/>
                <a:gd name="T9" fmla="*/ 32 h 319"/>
                <a:gd name="T10" fmla="*/ 139 w 289"/>
                <a:gd name="T11" fmla="*/ 0 h 319"/>
                <a:gd name="T12" fmla="*/ 128 w 289"/>
                <a:gd name="T13" fmla="*/ 128 h 319"/>
                <a:gd name="T14" fmla="*/ 107 w 289"/>
                <a:gd name="T15" fmla="*/ 160 h 319"/>
                <a:gd name="T16" fmla="*/ 43 w 289"/>
                <a:gd name="T17" fmla="*/ 206 h 319"/>
                <a:gd name="T18" fmla="*/ 56 w 289"/>
                <a:gd name="T19" fmla="*/ 93 h 319"/>
                <a:gd name="T20" fmla="*/ 68 w 289"/>
                <a:gd name="T21" fmla="*/ 122 h 319"/>
                <a:gd name="T22" fmla="*/ 78 w 289"/>
                <a:gd name="T23" fmla="*/ 111 h 319"/>
                <a:gd name="T24" fmla="*/ 64 w 289"/>
                <a:gd name="T25" fmla="*/ 55 h 319"/>
                <a:gd name="T26" fmla="*/ 9 w 289"/>
                <a:gd name="T27" fmla="*/ 70 h 319"/>
                <a:gd name="T28" fmla="*/ 20 w 289"/>
                <a:gd name="T29" fmla="*/ 80 h 319"/>
                <a:gd name="T30" fmla="*/ 11 w 289"/>
                <a:gd name="T31" fmla="*/ 160 h 319"/>
                <a:gd name="T32" fmla="*/ 7 w 289"/>
                <a:gd name="T33" fmla="*/ 227 h 319"/>
                <a:gd name="T34" fmla="*/ 12 w 289"/>
                <a:gd name="T35" fmla="*/ 247 h 319"/>
                <a:gd name="T36" fmla="*/ 119 w 289"/>
                <a:gd name="T37" fmla="*/ 185 h 319"/>
                <a:gd name="T38" fmla="*/ 159 w 289"/>
                <a:gd name="T39" fmla="*/ 184 h 319"/>
                <a:gd name="T40" fmla="*/ 139 w 289"/>
                <a:gd name="T41" fmla="*/ 266 h 319"/>
                <a:gd name="T42" fmla="*/ 138 w 289"/>
                <a:gd name="T43" fmla="*/ 254 h 319"/>
                <a:gd name="T44" fmla="*/ 126 w 289"/>
                <a:gd name="T45" fmla="*/ 237 h 319"/>
                <a:gd name="T46" fmla="*/ 89 w 289"/>
                <a:gd name="T47" fmla="*/ 262 h 319"/>
                <a:gd name="T48" fmla="*/ 111 w 289"/>
                <a:gd name="T49" fmla="*/ 314 h 319"/>
                <a:gd name="T50" fmla="*/ 125 w 289"/>
                <a:gd name="T51" fmla="*/ 317 h 319"/>
                <a:gd name="T52" fmla="*/ 118 w 289"/>
                <a:gd name="T53" fmla="*/ 286 h 319"/>
                <a:gd name="T54" fmla="*/ 243 w 289"/>
                <a:gd name="T55" fmla="*/ 234 h 319"/>
                <a:gd name="T56" fmla="*/ 267 w 289"/>
                <a:gd name="T57" fmla="*/ 247 h 319"/>
                <a:gd name="T58" fmla="*/ 272 w 289"/>
                <a:gd name="T59" fmla="*/ 227 h 319"/>
                <a:gd name="T60" fmla="*/ 171 w 289"/>
                <a:gd name="T61" fmla="*/ 160 h 319"/>
                <a:gd name="T62" fmla="*/ 149 w 289"/>
                <a:gd name="T63" fmla="*/ 128 h 319"/>
                <a:gd name="T64" fmla="*/ 238 w 289"/>
                <a:gd name="T65" fmla="*/ 121 h 319"/>
                <a:gd name="T66" fmla="*/ 207 w 289"/>
                <a:gd name="T67" fmla="*/ 118 h 319"/>
                <a:gd name="T68" fmla="*/ 139 w 289"/>
                <a:gd name="T69" fmla="*/ 170 h 319"/>
                <a:gd name="T70" fmla="*/ 139 w 289"/>
                <a:gd name="T71" fmla="*/ 14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319">
                  <a:moveTo>
                    <a:pt x="207" y="118"/>
                  </a:moveTo>
                  <a:cubicBezTo>
                    <a:pt x="204" y="123"/>
                    <a:pt x="206" y="129"/>
                    <a:pt x="211" y="132"/>
                  </a:cubicBezTo>
                  <a:cubicBezTo>
                    <a:pt x="252" y="152"/>
                    <a:pt x="252" y="152"/>
                    <a:pt x="252" y="152"/>
                  </a:cubicBezTo>
                  <a:cubicBezTo>
                    <a:pt x="253" y="153"/>
                    <a:pt x="255" y="153"/>
                    <a:pt x="257" y="153"/>
                  </a:cubicBezTo>
                  <a:cubicBezTo>
                    <a:pt x="261" y="153"/>
                    <a:pt x="264" y="151"/>
                    <a:pt x="266" y="147"/>
                  </a:cubicBezTo>
                  <a:cubicBezTo>
                    <a:pt x="286" y="107"/>
                    <a:pt x="286" y="107"/>
                    <a:pt x="286" y="107"/>
                  </a:cubicBezTo>
                  <a:cubicBezTo>
                    <a:pt x="289" y="101"/>
                    <a:pt x="287" y="95"/>
                    <a:pt x="282" y="92"/>
                  </a:cubicBezTo>
                  <a:cubicBezTo>
                    <a:pt x="276" y="90"/>
                    <a:pt x="270" y="92"/>
                    <a:pt x="267" y="97"/>
                  </a:cubicBezTo>
                  <a:cubicBezTo>
                    <a:pt x="259" y="115"/>
                    <a:pt x="259" y="115"/>
                    <a:pt x="259" y="115"/>
                  </a:cubicBezTo>
                  <a:cubicBezTo>
                    <a:pt x="241" y="69"/>
                    <a:pt x="199" y="36"/>
                    <a:pt x="149" y="32"/>
                  </a:cubicBezTo>
                  <a:cubicBezTo>
                    <a:pt x="149" y="10"/>
                    <a:pt x="149" y="10"/>
                    <a:pt x="149" y="10"/>
                  </a:cubicBezTo>
                  <a:cubicBezTo>
                    <a:pt x="149" y="4"/>
                    <a:pt x="145" y="0"/>
                    <a:pt x="139" y="0"/>
                  </a:cubicBezTo>
                  <a:cubicBezTo>
                    <a:pt x="133" y="0"/>
                    <a:pt x="128" y="4"/>
                    <a:pt x="128" y="10"/>
                  </a:cubicBezTo>
                  <a:cubicBezTo>
                    <a:pt x="128" y="128"/>
                    <a:pt x="128" y="128"/>
                    <a:pt x="128" y="128"/>
                  </a:cubicBezTo>
                  <a:cubicBezTo>
                    <a:pt x="128" y="128"/>
                    <a:pt x="128" y="129"/>
                    <a:pt x="128" y="130"/>
                  </a:cubicBezTo>
                  <a:cubicBezTo>
                    <a:pt x="116" y="134"/>
                    <a:pt x="107" y="146"/>
                    <a:pt x="107" y="160"/>
                  </a:cubicBezTo>
                  <a:cubicBezTo>
                    <a:pt x="107" y="162"/>
                    <a:pt x="107" y="165"/>
                    <a:pt x="108" y="167"/>
                  </a:cubicBezTo>
                  <a:cubicBezTo>
                    <a:pt x="43" y="206"/>
                    <a:pt x="43" y="206"/>
                    <a:pt x="43" y="206"/>
                  </a:cubicBezTo>
                  <a:cubicBezTo>
                    <a:pt x="36" y="191"/>
                    <a:pt x="32" y="176"/>
                    <a:pt x="32" y="160"/>
                  </a:cubicBezTo>
                  <a:cubicBezTo>
                    <a:pt x="32" y="135"/>
                    <a:pt x="41" y="111"/>
                    <a:pt x="56" y="93"/>
                  </a:cubicBezTo>
                  <a:cubicBezTo>
                    <a:pt x="57" y="112"/>
                    <a:pt x="57" y="112"/>
                    <a:pt x="57" y="112"/>
                  </a:cubicBezTo>
                  <a:cubicBezTo>
                    <a:pt x="57" y="118"/>
                    <a:pt x="62" y="122"/>
                    <a:pt x="68" y="122"/>
                  </a:cubicBezTo>
                  <a:cubicBezTo>
                    <a:pt x="68" y="122"/>
                    <a:pt x="68" y="122"/>
                    <a:pt x="68" y="122"/>
                  </a:cubicBezTo>
                  <a:cubicBezTo>
                    <a:pt x="74" y="121"/>
                    <a:pt x="79" y="116"/>
                    <a:pt x="78" y="111"/>
                  </a:cubicBezTo>
                  <a:cubicBezTo>
                    <a:pt x="75" y="65"/>
                    <a:pt x="75" y="65"/>
                    <a:pt x="75" y="65"/>
                  </a:cubicBezTo>
                  <a:cubicBezTo>
                    <a:pt x="75" y="59"/>
                    <a:pt x="70" y="55"/>
                    <a:pt x="64" y="55"/>
                  </a:cubicBezTo>
                  <a:cubicBezTo>
                    <a:pt x="19" y="58"/>
                    <a:pt x="19" y="58"/>
                    <a:pt x="19" y="58"/>
                  </a:cubicBezTo>
                  <a:cubicBezTo>
                    <a:pt x="13" y="59"/>
                    <a:pt x="9" y="64"/>
                    <a:pt x="9" y="70"/>
                  </a:cubicBezTo>
                  <a:cubicBezTo>
                    <a:pt x="9" y="75"/>
                    <a:pt x="14" y="80"/>
                    <a:pt x="20" y="80"/>
                  </a:cubicBezTo>
                  <a:cubicBezTo>
                    <a:pt x="20" y="80"/>
                    <a:pt x="20" y="80"/>
                    <a:pt x="20" y="80"/>
                  </a:cubicBezTo>
                  <a:cubicBezTo>
                    <a:pt x="40" y="78"/>
                    <a:pt x="40" y="78"/>
                    <a:pt x="40" y="78"/>
                  </a:cubicBezTo>
                  <a:cubicBezTo>
                    <a:pt x="21" y="101"/>
                    <a:pt x="11" y="130"/>
                    <a:pt x="11" y="160"/>
                  </a:cubicBezTo>
                  <a:cubicBezTo>
                    <a:pt x="11" y="180"/>
                    <a:pt x="16" y="199"/>
                    <a:pt x="24" y="217"/>
                  </a:cubicBezTo>
                  <a:cubicBezTo>
                    <a:pt x="7" y="227"/>
                    <a:pt x="7" y="227"/>
                    <a:pt x="7" y="227"/>
                  </a:cubicBezTo>
                  <a:cubicBezTo>
                    <a:pt x="2" y="230"/>
                    <a:pt x="0" y="237"/>
                    <a:pt x="3" y="242"/>
                  </a:cubicBezTo>
                  <a:cubicBezTo>
                    <a:pt x="5" y="245"/>
                    <a:pt x="9" y="247"/>
                    <a:pt x="12" y="247"/>
                  </a:cubicBezTo>
                  <a:cubicBezTo>
                    <a:pt x="14" y="247"/>
                    <a:pt x="16" y="246"/>
                    <a:pt x="18" y="245"/>
                  </a:cubicBezTo>
                  <a:cubicBezTo>
                    <a:pt x="119" y="185"/>
                    <a:pt x="119" y="185"/>
                    <a:pt x="119" y="185"/>
                  </a:cubicBezTo>
                  <a:cubicBezTo>
                    <a:pt x="125" y="189"/>
                    <a:pt x="131" y="192"/>
                    <a:pt x="139" y="192"/>
                  </a:cubicBezTo>
                  <a:cubicBezTo>
                    <a:pt x="146" y="192"/>
                    <a:pt x="153" y="189"/>
                    <a:pt x="159" y="184"/>
                  </a:cubicBezTo>
                  <a:cubicBezTo>
                    <a:pt x="224" y="223"/>
                    <a:pt x="224" y="223"/>
                    <a:pt x="224" y="223"/>
                  </a:cubicBezTo>
                  <a:cubicBezTo>
                    <a:pt x="204" y="250"/>
                    <a:pt x="173" y="266"/>
                    <a:pt x="139" y="266"/>
                  </a:cubicBezTo>
                  <a:cubicBezTo>
                    <a:pt x="133" y="266"/>
                    <a:pt x="128" y="266"/>
                    <a:pt x="122" y="265"/>
                  </a:cubicBezTo>
                  <a:cubicBezTo>
                    <a:pt x="138" y="254"/>
                    <a:pt x="138" y="254"/>
                    <a:pt x="138" y="254"/>
                  </a:cubicBezTo>
                  <a:cubicBezTo>
                    <a:pt x="143" y="251"/>
                    <a:pt x="144" y="244"/>
                    <a:pt x="141" y="240"/>
                  </a:cubicBezTo>
                  <a:cubicBezTo>
                    <a:pt x="138" y="235"/>
                    <a:pt x="131" y="233"/>
                    <a:pt x="126" y="237"/>
                  </a:cubicBezTo>
                  <a:cubicBezTo>
                    <a:pt x="89" y="262"/>
                    <a:pt x="89" y="262"/>
                    <a:pt x="89" y="262"/>
                  </a:cubicBezTo>
                  <a:cubicBezTo>
                    <a:pt x="89" y="262"/>
                    <a:pt x="89" y="262"/>
                    <a:pt x="89" y="262"/>
                  </a:cubicBezTo>
                  <a:cubicBezTo>
                    <a:pt x="84" y="265"/>
                    <a:pt x="82" y="271"/>
                    <a:pt x="86" y="276"/>
                  </a:cubicBezTo>
                  <a:cubicBezTo>
                    <a:pt x="111" y="314"/>
                    <a:pt x="111" y="314"/>
                    <a:pt x="111" y="314"/>
                  </a:cubicBezTo>
                  <a:cubicBezTo>
                    <a:pt x="113" y="317"/>
                    <a:pt x="116" y="319"/>
                    <a:pt x="120" y="319"/>
                  </a:cubicBezTo>
                  <a:cubicBezTo>
                    <a:pt x="122" y="319"/>
                    <a:pt x="124" y="318"/>
                    <a:pt x="125" y="317"/>
                  </a:cubicBezTo>
                  <a:cubicBezTo>
                    <a:pt x="130" y="314"/>
                    <a:pt x="132" y="307"/>
                    <a:pt x="128" y="302"/>
                  </a:cubicBezTo>
                  <a:cubicBezTo>
                    <a:pt x="118" y="286"/>
                    <a:pt x="118" y="286"/>
                    <a:pt x="118" y="286"/>
                  </a:cubicBezTo>
                  <a:cubicBezTo>
                    <a:pt x="125" y="287"/>
                    <a:pt x="132" y="288"/>
                    <a:pt x="139" y="288"/>
                  </a:cubicBezTo>
                  <a:cubicBezTo>
                    <a:pt x="180" y="288"/>
                    <a:pt x="219" y="267"/>
                    <a:pt x="243" y="234"/>
                  </a:cubicBezTo>
                  <a:cubicBezTo>
                    <a:pt x="261" y="245"/>
                    <a:pt x="261" y="245"/>
                    <a:pt x="261" y="245"/>
                  </a:cubicBezTo>
                  <a:cubicBezTo>
                    <a:pt x="263" y="246"/>
                    <a:pt x="265" y="247"/>
                    <a:pt x="267" y="247"/>
                  </a:cubicBezTo>
                  <a:cubicBezTo>
                    <a:pt x="271" y="247"/>
                    <a:pt x="274" y="245"/>
                    <a:pt x="276" y="242"/>
                  </a:cubicBezTo>
                  <a:cubicBezTo>
                    <a:pt x="279" y="237"/>
                    <a:pt x="277" y="230"/>
                    <a:pt x="272" y="227"/>
                  </a:cubicBezTo>
                  <a:cubicBezTo>
                    <a:pt x="170" y="166"/>
                    <a:pt x="170" y="166"/>
                    <a:pt x="170" y="166"/>
                  </a:cubicBezTo>
                  <a:cubicBezTo>
                    <a:pt x="170" y="164"/>
                    <a:pt x="171" y="162"/>
                    <a:pt x="171" y="160"/>
                  </a:cubicBezTo>
                  <a:cubicBezTo>
                    <a:pt x="171" y="146"/>
                    <a:pt x="162" y="134"/>
                    <a:pt x="149" y="130"/>
                  </a:cubicBezTo>
                  <a:cubicBezTo>
                    <a:pt x="149" y="129"/>
                    <a:pt x="149" y="128"/>
                    <a:pt x="149" y="128"/>
                  </a:cubicBezTo>
                  <a:cubicBezTo>
                    <a:pt x="149" y="54"/>
                    <a:pt x="149" y="54"/>
                    <a:pt x="149" y="54"/>
                  </a:cubicBezTo>
                  <a:cubicBezTo>
                    <a:pt x="190" y="58"/>
                    <a:pt x="224" y="84"/>
                    <a:pt x="238" y="121"/>
                  </a:cubicBezTo>
                  <a:cubicBezTo>
                    <a:pt x="221" y="113"/>
                    <a:pt x="221" y="113"/>
                    <a:pt x="221" y="113"/>
                  </a:cubicBezTo>
                  <a:cubicBezTo>
                    <a:pt x="216" y="110"/>
                    <a:pt x="209" y="112"/>
                    <a:pt x="207" y="118"/>
                  </a:cubicBezTo>
                  <a:close/>
                  <a:moveTo>
                    <a:pt x="149" y="160"/>
                  </a:moveTo>
                  <a:cubicBezTo>
                    <a:pt x="149" y="166"/>
                    <a:pt x="145" y="170"/>
                    <a:pt x="139" y="170"/>
                  </a:cubicBezTo>
                  <a:cubicBezTo>
                    <a:pt x="133" y="170"/>
                    <a:pt x="128" y="166"/>
                    <a:pt x="128" y="160"/>
                  </a:cubicBezTo>
                  <a:cubicBezTo>
                    <a:pt x="128" y="154"/>
                    <a:pt x="133" y="149"/>
                    <a:pt x="139" y="149"/>
                  </a:cubicBezTo>
                  <a:cubicBezTo>
                    <a:pt x="145" y="149"/>
                    <a:pt x="149" y="154"/>
                    <a:pt x="149" y="16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latin typeface="Verdana"/>
              </a:endParaRPr>
            </a:p>
          </p:txBody>
        </p:sp>
      </p:grpSp>
      <p:cxnSp>
        <p:nvCxnSpPr>
          <p:cNvPr id="30" name="Straight Connector 29">
            <a:extLst>
              <a:ext uri="{FF2B5EF4-FFF2-40B4-BE49-F238E27FC236}">
                <a16:creationId xmlns:a16="http://schemas.microsoft.com/office/drawing/2014/main" id="{245811C7-A21E-4599-A1B5-5C57F0B3ADF9}"/>
              </a:ext>
            </a:extLst>
          </p:cNvPr>
          <p:cNvCxnSpPr>
            <a:cxnSpLocks/>
          </p:cNvCxnSpPr>
          <p:nvPr/>
        </p:nvCxnSpPr>
        <p:spPr>
          <a:xfrm flipV="1">
            <a:off x="3607810" y="1821314"/>
            <a:ext cx="4416713" cy="7857"/>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364603F9-599E-49B6-891E-78A1FD7C02B0}"/>
              </a:ext>
            </a:extLst>
          </p:cNvPr>
          <p:cNvCxnSpPr>
            <a:cxnSpLocks/>
          </p:cNvCxnSpPr>
          <p:nvPr/>
        </p:nvCxnSpPr>
        <p:spPr>
          <a:xfrm flipV="1">
            <a:off x="4024183" y="2991154"/>
            <a:ext cx="3979792" cy="2"/>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32" name="Straight Connector 31">
            <a:extLst>
              <a:ext uri="{FF2B5EF4-FFF2-40B4-BE49-F238E27FC236}">
                <a16:creationId xmlns:a16="http://schemas.microsoft.com/office/drawing/2014/main" id="{5F4BF68E-94AC-4A8A-B967-C504C1EFAFFA}"/>
              </a:ext>
            </a:extLst>
          </p:cNvPr>
          <p:cNvCxnSpPr>
            <a:cxnSpLocks/>
          </p:cNvCxnSpPr>
          <p:nvPr/>
        </p:nvCxnSpPr>
        <p:spPr>
          <a:xfrm flipV="1">
            <a:off x="4044731" y="4198509"/>
            <a:ext cx="3979792" cy="2"/>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cxnSp>
        <p:nvCxnSpPr>
          <p:cNvPr id="33" name="Straight Connector 32">
            <a:extLst>
              <a:ext uri="{FF2B5EF4-FFF2-40B4-BE49-F238E27FC236}">
                <a16:creationId xmlns:a16="http://schemas.microsoft.com/office/drawing/2014/main" id="{5058EB10-61F5-424C-829D-DE534FDAA3D2}"/>
              </a:ext>
            </a:extLst>
          </p:cNvPr>
          <p:cNvCxnSpPr>
            <a:cxnSpLocks/>
          </p:cNvCxnSpPr>
          <p:nvPr/>
        </p:nvCxnSpPr>
        <p:spPr>
          <a:xfrm>
            <a:off x="3645910" y="5367770"/>
            <a:ext cx="4397663" cy="0"/>
          </a:xfrm>
          <a:prstGeom prst="line">
            <a:avLst/>
          </a:prstGeom>
          <a:ln>
            <a:solidFill>
              <a:schemeClr val="bg1"/>
            </a:solidFill>
          </a:ln>
        </p:spPr>
        <p:style>
          <a:lnRef idx="2">
            <a:schemeClr val="dk1"/>
          </a:lnRef>
          <a:fillRef idx="0">
            <a:schemeClr val="dk1"/>
          </a:fillRef>
          <a:effectRef idx="1">
            <a:schemeClr val="dk1"/>
          </a:effectRef>
          <a:fontRef idx="minor">
            <a:schemeClr val="tx1"/>
          </a:fontRef>
        </p:style>
      </p:cxnSp>
      <p:pic>
        <p:nvPicPr>
          <p:cNvPr id="34" name="Graphic 33" descr="Single gear">
            <a:extLst>
              <a:ext uri="{FF2B5EF4-FFF2-40B4-BE49-F238E27FC236}">
                <a16:creationId xmlns:a16="http://schemas.microsoft.com/office/drawing/2014/main" id="{BCC03A70-E449-4AD3-BDAB-362DA931269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4873" y="4997639"/>
            <a:ext cx="731520" cy="731520"/>
          </a:xfrm>
          <a:prstGeom prst="rect">
            <a:avLst/>
          </a:prstGeom>
        </p:spPr>
      </p:pic>
    </p:spTree>
    <p:extLst>
      <p:ext uri="{BB962C8B-B14F-4D97-AF65-F5344CB8AC3E}">
        <p14:creationId xmlns:p14="http://schemas.microsoft.com/office/powerpoint/2010/main" val="43457251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Effort Estimate</a:t>
            </a:r>
            <a:endParaRPr lang="en-US"/>
          </a:p>
        </p:txBody>
      </p:sp>
      <p:sp>
        <p:nvSpPr>
          <p:cNvPr id="5" name="Text Placeholder 3">
            <a:extLst>
              <a:ext uri="{FF2B5EF4-FFF2-40B4-BE49-F238E27FC236}">
                <a16:creationId xmlns:a16="http://schemas.microsoft.com/office/drawing/2014/main" id="{9CA953F4-603E-42E1-A3CD-330A05F4D5BB}"/>
              </a:ext>
            </a:extLst>
          </p:cNvPr>
          <p:cNvSpPr txBox="1">
            <a:spLocks/>
          </p:cNvSpPr>
          <p:nvPr/>
        </p:nvSpPr>
        <p:spPr bwMode="gray">
          <a:xfrm>
            <a:off x="469900" y="1041752"/>
            <a:ext cx="10908054" cy="808959"/>
          </a:xfrm>
          <a:prstGeom prst="rect">
            <a:avLst/>
          </a:prstGeom>
          <a:ln>
            <a:noFill/>
          </a:ln>
        </p:spPr>
        <p:txBody>
          <a:bodyPr vert="horz" lIns="91440" tIns="91440" rIns="0" bIns="0" rtlCol="0" anchor="t" anchorCtr="0">
            <a:noAutofit/>
          </a:bodyPr>
          <a:lstStyle/>
          <a:p>
            <a:r>
              <a:rPr lang="en-US">
                <a:ea typeface="Open Sans" panose="020B0606030504020204" pitchFamily="34" charset="0"/>
                <a:cs typeface="Open Sans" panose="020B0606030504020204" pitchFamily="34" charset="0"/>
              </a:rPr>
              <a:t>* Rough estimates for effort based on a pilot of a few applications. These are directional and should be used as a guideline. </a:t>
            </a:r>
          </a:p>
        </p:txBody>
      </p:sp>
      <p:graphicFrame>
        <p:nvGraphicFramePr>
          <p:cNvPr id="6" name="Table 5">
            <a:extLst>
              <a:ext uri="{FF2B5EF4-FFF2-40B4-BE49-F238E27FC236}">
                <a16:creationId xmlns:a16="http://schemas.microsoft.com/office/drawing/2014/main" id="{1B50F4B9-FFA9-4D37-A8C5-4F429119ED21}"/>
              </a:ext>
            </a:extLst>
          </p:cNvPr>
          <p:cNvGraphicFramePr>
            <a:graphicFrameLocks noGrp="1"/>
          </p:cNvGraphicFramePr>
          <p:nvPr>
            <p:extLst>
              <p:ext uri="{D42A27DB-BD31-4B8C-83A1-F6EECF244321}">
                <p14:modId xmlns:p14="http://schemas.microsoft.com/office/powerpoint/2010/main" val="2424388864"/>
              </p:ext>
            </p:extLst>
          </p:nvPr>
        </p:nvGraphicFramePr>
        <p:xfrm>
          <a:off x="624204" y="2011082"/>
          <a:ext cx="8380459" cy="1642772"/>
        </p:xfrm>
        <a:graphic>
          <a:graphicData uri="http://schemas.openxmlformats.org/drawingml/2006/table">
            <a:tbl>
              <a:tblPr>
                <a:tableStyleId>{073A0DAA-6AF3-43AB-8588-CEC1D06C72B9}</a:tableStyleId>
              </a:tblPr>
              <a:tblGrid>
                <a:gridCol w="2693762">
                  <a:extLst>
                    <a:ext uri="{9D8B030D-6E8A-4147-A177-3AD203B41FA5}">
                      <a16:colId xmlns:a16="http://schemas.microsoft.com/office/drawing/2014/main" val="2553699645"/>
                    </a:ext>
                  </a:extLst>
                </a:gridCol>
                <a:gridCol w="2865120">
                  <a:extLst>
                    <a:ext uri="{9D8B030D-6E8A-4147-A177-3AD203B41FA5}">
                      <a16:colId xmlns:a16="http://schemas.microsoft.com/office/drawing/2014/main" val="1704878342"/>
                    </a:ext>
                  </a:extLst>
                </a:gridCol>
                <a:gridCol w="2821577">
                  <a:extLst>
                    <a:ext uri="{9D8B030D-6E8A-4147-A177-3AD203B41FA5}">
                      <a16:colId xmlns:a16="http://schemas.microsoft.com/office/drawing/2014/main" val="878320139"/>
                    </a:ext>
                  </a:extLst>
                </a:gridCol>
              </a:tblGrid>
              <a:tr h="330136">
                <a:tc>
                  <a:txBody>
                    <a:bodyPr/>
                    <a:lstStyle/>
                    <a:p>
                      <a:pPr algn="ctr" fontAlgn="ctr"/>
                      <a:r>
                        <a:rPr lang="en-US" sz="1800" b="1" u="none" strike="noStrike">
                          <a:effectLst/>
                          <a:latin typeface="+mn-lt"/>
                          <a:ea typeface="Open Sans" panose="020B0606030504020204" pitchFamily="34" charset="0"/>
                          <a:cs typeface="Open Sans" panose="020B0606030504020204" pitchFamily="34" charset="0"/>
                        </a:rPr>
                        <a:t>Application</a:t>
                      </a:r>
                      <a:endParaRPr lang="en-US" sz="1800" b="1"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solidFill>
                      <a:srgbClr val="86BC25"/>
                    </a:solidFill>
                  </a:tcPr>
                </a:tc>
                <a:tc>
                  <a:txBody>
                    <a:bodyPr/>
                    <a:lstStyle/>
                    <a:p>
                      <a:pPr algn="ctr" fontAlgn="b"/>
                      <a:r>
                        <a:rPr lang="en-US" sz="1800" b="1" u="none" strike="noStrike">
                          <a:effectLst/>
                          <a:latin typeface="+mn-lt"/>
                          <a:ea typeface="Open Sans" panose="020B0606030504020204" pitchFamily="34" charset="0"/>
                          <a:cs typeface="Open Sans" panose="020B0606030504020204" pitchFamily="34" charset="0"/>
                        </a:rPr>
                        <a:t>Estimated effort per app (hours)</a:t>
                      </a:r>
                      <a:endParaRPr lang="en-US" sz="1800" b="1"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b">
                    <a:solidFill>
                      <a:srgbClr val="86BC25"/>
                    </a:solidFill>
                  </a:tcPr>
                </a:tc>
                <a:tc>
                  <a:txBody>
                    <a:bodyPr/>
                    <a:lstStyle/>
                    <a:p>
                      <a:pPr algn="ctr" fontAlgn="b"/>
                      <a:r>
                        <a:rPr lang="en-US" sz="1800" b="1" i="0" u="none" strike="noStrike">
                          <a:solidFill>
                            <a:srgbClr val="000000"/>
                          </a:solidFill>
                          <a:effectLst/>
                          <a:latin typeface="+mn-lt"/>
                          <a:ea typeface="Open Sans" panose="020B0606030504020204" pitchFamily="34" charset="0"/>
                          <a:cs typeface="Open Sans" panose="020B0606030504020204" pitchFamily="34" charset="0"/>
                        </a:rPr>
                        <a:t>Estimated time elapsed</a:t>
                      </a:r>
                    </a:p>
                  </a:txBody>
                  <a:tcPr marL="6350" marR="6350" marT="6350" marB="0">
                    <a:solidFill>
                      <a:srgbClr val="86BC25"/>
                    </a:solidFill>
                  </a:tcPr>
                </a:tc>
                <a:extLst>
                  <a:ext uri="{0D108BD9-81ED-4DB2-BD59-A6C34878D82A}">
                    <a16:rowId xmlns:a16="http://schemas.microsoft.com/office/drawing/2014/main" val="3987259780"/>
                  </a:ext>
                </a:extLst>
              </a:tr>
              <a:tr h="414304">
                <a:tc>
                  <a:txBody>
                    <a:bodyPr/>
                    <a:lstStyle/>
                    <a:p>
                      <a:pPr algn="l" fontAlgn="ctr"/>
                      <a:r>
                        <a:rPr lang="en-US" sz="1800" u="none" strike="noStrike">
                          <a:effectLst/>
                          <a:latin typeface="+mn-lt"/>
                          <a:ea typeface="Open Sans" panose="020B0606030504020204" pitchFamily="34" charset="0"/>
                          <a:cs typeface="Open Sans" panose="020B0606030504020204" pitchFamily="34" charset="0"/>
                        </a:rPr>
                        <a:t> Large (&gt;50 cookies)</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u="none" strike="noStrike">
                          <a:effectLst/>
                          <a:latin typeface="+mn-lt"/>
                          <a:ea typeface="Open Sans" panose="020B0606030504020204" pitchFamily="34" charset="0"/>
                          <a:cs typeface="Open Sans" panose="020B0606030504020204" pitchFamily="34" charset="0"/>
                        </a:rPr>
                        <a:t>205</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b="0" i="0" u="none" strike="noStrike">
                          <a:solidFill>
                            <a:srgbClr val="000000"/>
                          </a:solidFill>
                          <a:effectLst/>
                          <a:latin typeface="+mn-lt"/>
                          <a:ea typeface="Open Sans" panose="020B0606030504020204" pitchFamily="34" charset="0"/>
                          <a:cs typeface="Open Sans" panose="020B0606030504020204" pitchFamily="34" charset="0"/>
                        </a:rPr>
                        <a:t>2-3 Months</a:t>
                      </a:r>
                    </a:p>
                  </a:txBody>
                  <a:tcPr marL="6350" marR="6350" marT="6350" marB="0" anchor="ctr"/>
                </a:tc>
                <a:extLst>
                  <a:ext uri="{0D108BD9-81ED-4DB2-BD59-A6C34878D82A}">
                    <a16:rowId xmlns:a16="http://schemas.microsoft.com/office/drawing/2014/main" val="3226370421"/>
                  </a:ext>
                </a:extLst>
              </a:tr>
              <a:tr h="336739">
                <a:tc>
                  <a:txBody>
                    <a:bodyPr/>
                    <a:lstStyle/>
                    <a:p>
                      <a:pPr algn="l" fontAlgn="ctr"/>
                      <a:r>
                        <a:rPr lang="en-US" sz="1800" u="none" strike="noStrike">
                          <a:effectLst/>
                          <a:latin typeface="+mn-lt"/>
                          <a:ea typeface="Open Sans" panose="020B0606030504020204" pitchFamily="34" charset="0"/>
                          <a:cs typeface="Open Sans" panose="020B0606030504020204" pitchFamily="34" charset="0"/>
                        </a:rPr>
                        <a:t> Med (20 - 40 cookies)</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u="none" strike="noStrike">
                          <a:effectLst/>
                          <a:latin typeface="+mn-lt"/>
                          <a:ea typeface="Open Sans" panose="020B0606030504020204" pitchFamily="34" charset="0"/>
                          <a:cs typeface="Open Sans" panose="020B0606030504020204" pitchFamily="34" charset="0"/>
                        </a:rPr>
                        <a:t>145</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b="0" i="0" u="none" strike="noStrike">
                          <a:solidFill>
                            <a:srgbClr val="000000"/>
                          </a:solidFill>
                          <a:effectLst/>
                          <a:latin typeface="+mn-lt"/>
                          <a:ea typeface="Open Sans" panose="020B0606030504020204" pitchFamily="34" charset="0"/>
                          <a:cs typeface="Open Sans" panose="020B0606030504020204" pitchFamily="34" charset="0"/>
                        </a:rPr>
                        <a:t>1-2 Months</a:t>
                      </a:r>
                    </a:p>
                  </a:txBody>
                  <a:tcPr marL="6350" marR="6350" marT="6350" marB="0" anchor="ctr"/>
                </a:tc>
                <a:extLst>
                  <a:ext uri="{0D108BD9-81ED-4DB2-BD59-A6C34878D82A}">
                    <a16:rowId xmlns:a16="http://schemas.microsoft.com/office/drawing/2014/main" val="907099650"/>
                  </a:ext>
                </a:extLst>
              </a:tr>
              <a:tr h="336739">
                <a:tc>
                  <a:txBody>
                    <a:bodyPr/>
                    <a:lstStyle/>
                    <a:p>
                      <a:pPr algn="l" fontAlgn="ctr"/>
                      <a:r>
                        <a:rPr lang="en-US" sz="1800" u="none" strike="noStrike">
                          <a:effectLst/>
                          <a:latin typeface="+mn-lt"/>
                          <a:ea typeface="Open Sans" panose="020B0606030504020204" pitchFamily="34" charset="0"/>
                          <a:cs typeface="Open Sans" panose="020B0606030504020204" pitchFamily="34" charset="0"/>
                        </a:rPr>
                        <a:t> Low (&lt;20 cookies)</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u="none" strike="noStrike">
                          <a:effectLst/>
                          <a:latin typeface="+mn-lt"/>
                          <a:ea typeface="Open Sans" panose="020B0606030504020204" pitchFamily="34" charset="0"/>
                          <a:cs typeface="Open Sans" panose="020B0606030504020204" pitchFamily="34" charset="0"/>
                        </a:rPr>
                        <a:t>93</a:t>
                      </a:r>
                      <a:endParaRPr lang="en-US" sz="1800" b="0" i="0" u="none" strike="noStrike">
                        <a:solidFill>
                          <a:srgbClr val="000000"/>
                        </a:solidFill>
                        <a:effectLst/>
                        <a:latin typeface="+mn-lt"/>
                        <a:ea typeface="Open Sans" panose="020B0606030504020204" pitchFamily="34" charset="0"/>
                        <a:cs typeface="Open Sans" panose="020B0606030504020204" pitchFamily="34" charset="0"/>
                      </a:endParaRPr>
                    </a:p>
                  </a:txBody>
                  <a:tcPr marL="6350" marR="6350" marT="6350" marB="0" anchor="ctr"/>
                </a:tc>
                <a:tc>
                  <a:txBody>
                    <a:bodyPr/>
                    <a:lstStyle/>
                    <a:p>
                      <a:pPr algn="ctr" fontAlgn="ctr"/>
                      <a:r>
                        <a:rPr lang="en-US" sz="1800" b="0" i="0" u="none" strike="noStrike">
                          <a:solidFill>
                            <a:srgbClr val="000000"/>
                          </a:solidFill>
                          <a:effectLst/>
                          <a:latin typeface="+mn-lt"/>
                          <a:ea typeface="Open Sans" panose="020B0606030504020204" pitchFamily="34" charset="0"/>
                          <a:cs typeface="Open Sans" panose="020B0606030504020204" pitchFamily="34" charset="0"/>
                        </a:rPr>
                        <a:t>1 Month</a:t>
                      </a:r>
                    </a:p>
                  </a:txBody>
                  <a:tcPr marL="6350" marR="6350" marT="6350" marB="0" anchor="ctr"/>
                </a:tc>
                <a:extLst>
                  <a:ext uri="{0D108BD9-81ED-4DB2-BD59-A6C34878D82A}">
                    <a16:rowId xmlns:a16="http://schemas.microsoft.com/office/drawing/2014/main" val="522729604"/>
                  </a:ext>
                </a:extLst>
              </a:tr>
            </a:tbl>
          </a:graphicData>
        </a:graphic>
      </p:graphicFrame>
    </p:spTree>
    <p:extLst>
      <p:ext uri="{BB962C8B-B14F-4D97-AF65-F5344CB8AC3E}">
        <p14:creationId xmlns:p14="http://schemas.microsoft.com/office/powerpoint/2010/main" val="384780487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287" y="2326936"/>
            <a:ext cx="10418233" cy="1592403"/>
          </a:xfrm>
        </p:spPr>
        <p:txBody>
          <a:bodyPr>
            <a:normAutofit/>
          </a:bodyPr>
          <a:lstStyle/>
          <a:p>
            <a:r>
              <a:rPr lang="en-US">
                <a:latin typeface="+mn-lt"/>
              </a:rPr>
              <a:t>Q &amp; A </a:t>
            </a:r>
          </a:p>
        </p:txBody>
      </p:sp>
    </p:spTree>
    <p:extLst>
      <p:ext uri="{BB962C8B-B14F-4D97-AF65-F5344CB8AC3E}">
        <p14:creationId xmlns:p14="http://schemas.microsoft.com/office/powerpoint/2010/main" val="336693491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287" y="2326936"/>
            <a:ext cx="10418233" cy="1592403"/>
          </a:xfrm>
        </p:spPr>
        <p:txBody>
          <a:bodyPr>
            <a:normAutofit/>
          </a:bodyPr>
          <a:lstStyle/>
          <a:p>
            <a:r>
              <a:rPr lang="en-US">
                <a:latin typeface="+mn-lt"/>
              </a:rPr>
              <a:t>Appendix</a:t>
            </a:r>
          </a:p>
        </p:txBody>
      </p:sp>
    </p:spTree>
    <p:extLst>
      <p:ext uri="{BB962C8B-B14F-4D97-AF65-F5344CB8AC3E}">
        <p14:creationId xmlns:p14="http://schemas.microsoft.com/office/powerpoint/2010/main" val="367088197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EE98A-7306-4D98-B423-2CD67D787850}"/>
              </a:ext>
            </a:extLst>
          </p:cNvPr>
          <p:cNvSpPr>
            <a:spLocks noGrp="1"/>
          </p:cNvSpPr>
          <p:nvPr>
            <p:ph type="title"/>
          </p:nvPr>
        </p:nvSpPr>
        <p:spPr>
          <a:xfrm>
            <a:off x="469900" y="186166"/>
            <a:ext cx="11252200" cy="451866"/>
          </a:xfrm>
        </p:spPr>
        <p:txBody>
          <a:bodyPr/>
          <a:lstStyle/>
          <a:p>
            <a:r>
              <a:rPr lang="en-US" spc="-10"/>
              <a:t>Cookie</a:t>
            </a:r>
            <a:r>
              <a:rPr lang="en-US" spc="5"/>
              <a:t> Consent Program</a:t>
            </a:r>
            <a:r>
              <a:rPr lang="en-US" spc="-5"/>
              <a:t> </a:t>
            </a:r>
            <a:r>
              <a:rPr lang="en-US"/>
              <a:t>| </a:t>
            </a:r>
            <a:r>
              <a:rPr lang="en-US">
                <a:solidFill>
                  <a:srgbClr val="86BC25"/>
                </a:solidFill>
                <a:cs typeface="Calibri Light"/>
              </a:rPr>
              <a:t>Resources available for Remediation Process</a:t>
            </a:r>
            <a:endParaRPr lang="en-US"/>
          </a:p>
        </p:txBody>
      </p:sp>
      <p:sp>
        <p:nvSpPr>
          <p:cNvPr id="24" name="AutoShape 12">
            <a:extLst>
              <a:ext uri="{FF2B5EF4-FFF2-40B4-BE49-F238E27FC236}">
                <a16:creationId xmlns:a16="http://schemas.microsoft.com/office/drawing/2014/main" id="{EDF876FF-27A9-4184-B283-18717A5D5F6D}"/>
              </a:ext>
            </a:extLst>
          </p:cNvPr>
          <p:cNvSpPr>
            <a:spLocks noChangeArrowheads="1"/>
          </p:cNvSpPr>
          <p:nvPr/>
        </p:nvSpPr>
        <p:spPr bwMode="auto">
          <a:xfrm rot="5400000">
            <a:off x="4897140" y="-524100"/>
            <a:ext cx="2296012" cy="9639167"/>
          </a:xfrm>
          <a:prstGeom prst="homePlate">
            <a:avLst>
              <a:gd name="adj" fmla="val 100000"/>
            </a:avLst>
          </a:prstGeom>
          <a:solidFill>
            <a:srgbClr val="F2F2F2"/>
          </a:solidFill>
          <a:ln w="6350" algn="ctr">
            <a:noFill/>
            <a:miter lim="800000"/>
            <a:headEnd/>
            <a:tailEnd/>
          </a:ln>
        </p:spPr>
        <p:txBody>
          <a:bodyPr wrap="square" lIns="65303" tIns="65303" rIns="65303" bIns="65303" anchor="ctr"/>
          <a:lstStyle/>
          <a:p>
            <a:pPr marL="0" marR="0" lvl="0" indent="0" algn="ctr" defTabSz="671718" rtl="0" eaLnBrk="1" fontAlgn="base" latinLnBrk="0" hangingPunct="1">
              <a:lnSpc>
                <a:spcPct val="100000"/>
              </a:lnSpc>
              <a:spcBef>
                <a:spcPct val="0"/>
              </a:spcBef>
              <a:spcAft>
                <a:spcPct val="0"/>
              </a:spcAft>
              <a:buClrTx/>
              <a:buSzTx/>
              <a:buFontTx/>
              <a:buNone/>
              <a:tabLst/>
              <a:defRPr/>
            </a:pPr>
            <a:endParaRPr kumimoji="0" lang="en-US" sz="1028" b="0" i="0" u="none" strike="noStrike" kern="1200" cap="none" spc="0" normalizeH="0" baseline="0" noProof="0">
              <a:ln>
                <a:noFill/>
              </a:ln>
              <a:solidFill>
                <a:srgbClr val="343434"/>
              </a:solidFill>
              <a:effectLst/>
              <a:uLnTx/>
              <a:uFillTx/>
              <a:latin typeface="Gotham Book" charset="0"/>
              <a:ea typeface="ヒラギノ角ゴ ProN W3" charset="0"/>
              <a:cs typeface="+mn-cs"/>
              <a:sym typeface="Gotham Book" charset="0"/>
            </a:endParaRPr>
          </a:p>
        </p:txBody>
      </p:sp>
      <p:sp>
        <p:nvSpPr>
          <p:cNvPr id="36" name="Text Placeholder 3">
            <a:extLst>
              <a:ext uri="{FF2B5EF4-FFF2-40B4-BE49-F238E27FC236}">
                <a16:creationId xmlns:a16="http://schemas.microsoft.com/office/drawing/2014/main" id="{9CD1EAE9-761E-42F0-9499-E7646510AF7B}"/>
              </a:ext>
            </a:extLst>
          </p:cNvPr>
          <p:cNvSpPr txBox="1">
            <a:spLocks/>
          </p:cNvSpPr>
          <p:nvPr/>
        </p:nvSpPr>
        <p:spPr bwMode="gray">
          <a:xfrm>
            <a:off x="1273476" y="1068216"/>
            <a:ext cx="9639166" cy="449662"/>
          </a:xfrm>
          <a:prstGeom prst="rect">
            <a:avLst/>
          </a:prstGeom>
          <a:ln>
            <a:noFill/>
          </a:ln>
        </p:spPr>
        <p:txBody>
          <a:bodyPr vert="horz" lIns="91440" tIns="91440" rIns="0" bIns="0" rtlCol="0" anchor="t" anchorCtr="0">
            <a:noAutofit/>
          </a:bodyPr>
          <a:lstStyle/>
          <a:p>
            <a:pPr algn="ctr"/>
            <a:r>
              <a:rPr lang="en-US" b="1"/>
              <a:t>Remediation using the Service requires the following local resources:</a:t>
            </a:r>
            <a:endParaRPr lang="en-US" b="1">
              <a:latin typeface="+mj-lt"/>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CC62AA61-8826-451B-B1DA-14EDA69BDA7E}"/>
              </a:ext>
            </a:extLst>
          </p:cNvPr>
          <p:cNvPicPr>
            <a:picLocks noChangeAspect="1"/>
          </p:cNvPicPr>
          <p:nvPr/>
        </p:nvPicPr>
        <p:blipFill>
          <a:blip r:embed="rId2"/>
          <a:stretch>
            <a:fillRect/>
          </a:stretch>
        </p:blipFill>
        <p:spPr>
          <a:xfrm>
            <a:off x="1192199" y="1589427"/>
            <a:ext cx="9791700" cy="4076700"/>
          </a:xfrm>
          <a:prstGeom prst="rect">
            <a:avLst/>
          </a:prstGeom>
          <a:ln>
            <a:solidFill>
              <a:schemeClr val="tx2"/>
            </a:solidFill>
          </a:ln>
        </p:spPr>
      </p:pic>
    </p:spTree>
    <p:extLst>
      <p:ext uri="{BB962C8B-B14F-4D97-AF65-F5344CB8AC3E}">
        <p14:creationId xmlns:p14="http://schemas.microsoft.com/office/powerpoint/2010/main" val="346950201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DE7320-1E25-4F7E-B88F-EE92ECFBEB3B}"/>
              </a:ext>
            </a:extLst>
          </p:cNvPr>
          <p:cNvSpPr>
            <a:spLocks noGrp="1"/>
          </p:cNvSpPr>
          <p:nvPr>
            <p:ph type="body" sz="quarter" idx="13"/>
          </p:nvPr>
        </p:nvSpPr>
        <p:spPr/>
        <p:txBody>
          <a:bodyPr/>
          <a:lstStyle/>
          <a:p>
            <a:pPr lvl="0"/>
            <a:r>
              <a:rPr lang="en-US"/>
              <a:t>CLASSIFICATION: CONFIDENTIAL – FOR INTERNAL USE ONLY</a:t>
            </a:r>
          </a:p>
          <a:p>
            <a:pPr lvl="0"/>
            <a:r>
              <a:rPr lang="en-US"/>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www.deloitte.com/about to learn more.</a:t>
            </a:r>
          </a:p>
          <a:p>
            <a:pPr lvl="0"/>
            <a:r>
              <a:rPr lang="en-US"/>
              <a:t>This communication and any attachment to it is for internal distribution among personnel of Deloitte Touche Tohmatsu Limited (“DTTL”), its global network of member firms and their related entities (collectively, the “Deloitte organization”). It may contain confidential information and is intended solely for the use of the individual or entity to whom it is addressed. If you are not the intended recipient, please notify us immediately by replying to this email and then please delete this communication and all copies of it on your system. Please do not use this communication in any way. </a:t>
            </a:r>
          </a:p>
          <a:p>
            <a:pPr lvl="0"/>
            <a:r>
              <a:rPr lang="en-US"/>
              <a:t>None of DTTL, its member firms, related entities, employees or agents shall be responsible for any loss or damage whatsoever arising directly or indirectly in connection with any person relying on this communication. DTTL and each of its member firms, and their related entities, are legally separate and independent entities.</a:t>
            </a:r>
          </a:p>
          <a:p>
            <a:pPr lvl="0"/>
            <a:r>
              <a:rPr lang="en-US"/>
              <a:t>© 2021. For information, contact Deloitte Global.</a:t>
            </a:r>
          </a:p>
        </p:txBody>
      </p:sp>
    </p:spTree>
    <p:extLst>
      <p:ext uri="{BB962C8B-B14F-4D97-AF65-F5344CB8AC3E}">
        <p14:creationId xmlns:p14="http://schemas.microsoft.com/office/powerpoint/2010/main" val="31956563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Custom 1">
      <a:dk1>
        <a:sysClr val="windowText" lastClr="000000"/>
      </a:dk1>
      <a:lt1>
        <a:sysClr val="window" lastClr="FFFFFF"/>
      </a:lt1>
      <a:dk2>
        <a:srgbClr val="D0D0CE"/>
      </a:dk2>
      <a:lt2>
        <a:srgbClr val="53565A"/>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06BF0EB8-2529-47F9-A979-0C326F129691}" vid="{7A96ECDB-5585-48A2-8A1E-467BB97F0F1D}"/>
    </a:ext>
  </a:extLst>
</a:theme>
</file>

<file path=ppt/theme/theme2.xml><?xml version="1.0" encoding="utf-8"?>
<a:theme xmlns:a="http://schemas.openxmlformats.org/drawingml/2006/main" name="1_Deloitte Brand Theme">
  <a:themeElements>
    <a:clrScheme name="Custom 1">
      <a:dk1>
        <a:sysClr val="windowText" lastClr="000000"/>
      </a:dk1>
      <a:lt1>
        <a:sysClr val="window" lastClr="FFFFFF"/>
      </a:lt1>
      <a:dk2>
        <a:srgbClr val="D0D0CE"/>
      </a:dk2>
      <a:lt2>
        <a:srgbClr val="53565A"/>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06BF0EB8-2529-47F9-A979-0C326F129691}" vid="{7A96ECDB-5585-48A2-8A1E-467BB97F0F1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1188D8A8BBC44499518F813696C11D" ma:contentTypeVersion="11" ma:contentTypeDescription="Create a new document." ma:contentTypeScope="" ma:versionID="1cd33856524b7bf8d8b466a5a8914b7a">
  <xsd:schema xmlns:xsd="http://www.w3.org/2001/XMLSchema" xmlns:xs="http://www.w3.org/2001/XMLSchema" xmlns:p="http://schemas.microsoft.com/office/2006/metadata/properties" xmlns:ns2="fb7ec332-d164-45c6-b50c-586a3097b54d" xmlns:ns3="985e21ab-9f8b-4454-849d-de8a1dc69765" targetNamespace="http://schemas.microsoft.com/office/2006/metadata/properties" ma:root="true" ma:fieldsID="b169d1a3a6c1ca329d7387743174d32b" ns2:_="" ns3:_="">
    <xsd:import namespace="fb7ec332-d164-45c6-b50c-586a3097b54d"/>
    <xsd:import namespace="985e21ab-9f8b-4454-849d-de8a1dc69765"/>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LengthInSeconds" minOccurs="0"/>
                <xsd:element ref="ns2:MediaServiceAutoTags"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7ec332-d164-45c6-b50c-586a3097b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85e21ab-9f8b-4454-849d-de8a1dc697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046A25A-787E-47B4-A81F-0C0AD955ECCA}">
  <ds:schemaRefs>
    <ds:schemaRef ds:uri="985e21ab-9f8b-4454-849d-de8a1dc69765"/>
    <ds:schemaRef ds:uri="fb7ec332-d164-45c6-b50c-586a3097b5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12E9EB6-BE14-4E9B-B53A-6D95BDD731E5}">
  <ds:schemaRefs>
    <ds:schemaRef ds:uri="http://schemas.microsoft.com/sharepoint/v3/contenttype/forms"/>
  </ds:schemaRefs>
</ds:datastoreItem>
</file>

<file path=customXml/itemProps3.xml><?xml version="1.0" encoding="utf-8"?>
<ds:datastoreItem xmlns:ds="http://schemas.openxmlformats.org/officeDocument/2006/customXml" ds:itemID="{BA05E49B-70B5-4FEC-89D5-F69F52BE5B81}">
  <ds:schemaRefs>
    <ds:schemaRef ds:uri="985e21ab-9f8b-4454-849d-de8a1dc69765"/>
    <ds:schemaRef ds:uri="fb7ec332-d164-45c6-b50c-586a3097b5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GTS_PowerPoint_Template_Jan2021</Template>
  <TotalTime>0</TotalTime>
  <Words>2051</Words>
  <Application>Microsoft Office PowerPoint</Application>
  <PresentationFormat>Widescreen</PresentationFormat>
  <Paragraphs>244</Paragraphs>
  <Slides>25</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6" baseType="lpstr">
      <vt:lpstr>Arial</vt:lpstr>
      <vt:lpstr>Calibri</vt:lpstr>
      <vt:lpstr>Calibri Light</vt:lpstr>
      <vt:lpstr>Gotham Book</vt:lpstr>
      <vt:lpstr>Open Sans</vt:lpstr>
      <vt:lpstr>Verdana</vt:lpstr>
      <vt:lpstr>Wingdings</vt:lpstr>
      <vt:lpstr>Wingdings 2</vt:lpstr>
      <vt:lpstr>Deloitte Brand Theme</vt:lpstr>
      <vt:lpstr>1_Deloitte Brand Theme</vt:lpstr>
      <vt:lpstr>think-cell Slide</vt:lpstr>
      <vt:lpstr>Cookie Consent Project Kick-off January 27, 2022</vt:lpstr>
      <vt:lpstr>Cookie Consent Program |                                                                 WARNING!                   If you have no products with Cookies,                        you do not need to be on this call</vt:lpstr>
      <vt:lpstr>Cookie Consent Program | Agenda</vt:lpstr>
      <vt:lpstr>Cookies Consent Overview and Approach</vt:lpstr>
      <vt:lpstr>Cookie Consent Program | Introduction</vt:lpstr>
      <vt:lpstr>Cookie Consent Program | Overview</vt:lpstr>
      <vt:lpstr>Cookie Consent Program | What does this mean for the user?</vt:lpstr>
      <vt:lpstr>Cookie Consent Program | Risk Prioritization Model</vt:lpstr>
      <vt:lpstr>Cookie Consent Program | Approach and Key Activities</vt:lpstr>
      <vt:lpstr>Meet the Teams! </vt:lpstr>
      <vt:lpstr>Cookie Consent Program | Cookie Program Teams</vt:lpstr>
      <vt:lpstr>Cookie Consent Program | Dedicated Cookie Admin Team (Audit Apps)</vt:lpstr>
      <vt:lpstr>Onboarding and Remediation</vt:lpstr>
      <vt:lpstr>Cookie Consent Program | Application remediation lifecycle (using the Service)</vt:lpstr>
      <vt:lpstr>US Cookie Consent Program | Cookie Categories</vt:lpstr>
      <vt:lpstr>Cookie Consent Program | Ongoing Support</vt:lpstr>
      <vt:lpstr>Timing and Project Management </vt:lpstr>
      <vt:lpstr>Cookie Consent Program | Dates</vt:lpstr>
      <vt:lpstr>Cookie Consent Program | Project Tracking</vt:lpstr>
      <vt:lpstr>Cookie Consent Program | Support</vt:lpstr>
      <vt:lpstr>Cookie Consent Program | Effort Estimate</vt:lpstr>
      <vt:lpstr>Q &amp; A </vt:lpstr>
      <vt:lpstr>Appendix</vt:lpstr>
      <vt:lpstr>Cookie Consent Program | Resources available for Remediation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GTS Cookie program member firm kick-off</dc:title>
  <dc:creator>Shapiro, Amy</dc:creator>
  <cp:lastModifiedBy>Lawoekpor, Felix</cp:lastModifiedBy>
  <cp:revision>2</cp:revision>
  <cp:lastPrinted>2021-04-19T02:34:40Z</cp:lastPrinted>
  <dcterms:created xsi:type="dcterms:W3CDTF">2021-04-15T16:27:39Z</dcterms:created>
  <dcterms:modified xsi:type="dcterms:W3CDTF">2022-01-28T13:56:22Z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0x0101004D1188D8A8BBC44499518F813696C11D</vt:lpwstr>
  </property>
  <property fmtid="{D5CDD505-2E9C-101B-9397-08002B2CF9AE}" pid="3" name="TaxKeyword">
    <vt:lpwstr/>
  </property>
  <property fmtid="{D5CDD505-2E9C-101B-9397-08002B2CF9AE}" pid="4" name="Geography">
    <vt:lpwstr>5;#Global (2542)|163e196f-7511-4639-90b6-ed85c9d9c37c</vt:lpwstr>
  </property>
  <property fmtid="{D5CDD505-2E9C-101B-9397-08002B2CF9AE}" pid="5" name="Local_x0020_Content_x0020_Type">
    <vt:lpwstr/>
  </property>
  <property fmtid="{D5CDD505-2E9C-101B-9397-08002B2CF9AE}" pid="6" name="Local_x0020_Industry">
    <vt:lpwstr/>
  </property>
  <property fmtid="{D5CDD505-2E9C-101B-9397-08002B2CF9AE}" pid="7" name="LanguageB">
    <vt:lpwstr>6;#English|b169a262-1aaa-4ccb-9acf-78a36c1d9bab</vt:lpwstr>
  </property>
  <property fmtid="{D5CDD505-2E9C-101B-9397-08002B2CF9AE}" pid="8" name="Global_x0020_Content_x0020_Type">
    <vt:lpwstr/>
  </property>
  <property fmtid="{D5CDD505-2E9C-101B-9397-08002B2CF9AE}" pid="9" name="Global_x0020_Client_x0020_Services">
    <vt:lpwstr/>
  </property>
  <property fmtid="{D5CDD505-2E9C-101B-9397-08002B2CF9AE}" pid="10" name="Global_x0020_Industry">
    <vt:lpwstr/>
  </property>
  <property fmtid="{D5CDD505-2E9C-101B-9397-08002B2CF9AE}" pid="11" name="Local_x0020_Client_x0020_Services">
    <vt:lpwstr/>
  </property>
  <property fmtid="{D5CDD505-2E9C-101B-9397-08002B2CF9AE}" pid="12" name="Local Industry">
    <vt:lpwstr/>
  </property>
  <property fmtid="{D5CDD505-2E9C-101B-9397-08002B2CF9AE}" pid="13" name="Global Industry">
    <vt:lpwstr/>
  </property>
  <property fmtid="{D5CDD505-2E9C-101B-9397-08002B2CF9AE}" pid="14" name="Global Content Type">
    <vt:lpwstr/>
  </property>
  <property fmtid="{D5CDD505-2E9C-101B-9397-08002B2CF9AE}" pid="15" name="Local Client Services">
    <vt:lpwstr/>
  </property>
  <property fmtid="{D5CDD505-2E9C-101B-9397-08002B2CF9AE}" pid="16" name="Local Content Type">
    <vt:lpwstr/>
  </property>
  <property fmtid="{D5CDD505-2E9C-101B-9397-08002B2CF9AE}" pid="17" name="Global Client Services">
    <vt:lpwstr/>
  </property>
  <property fmtid="{D5CDD505-2E9C-101B-9397-08002B2CF9AE}" pid="18" name="MSIP_Label_ea60d57e-af5b-4752-ac57-3e4f28ca11dc_Enabled">
    <vt:lpwstr>true</vt:lpwstr>
  </property>
  <property fmtid="{D5CDD505-2E9C-101B-9397-08002B2CF9AE}" pid="19" name="MSIP_Label_ea60d57e-af5b-4752-ac57-3e4f28ca11dc_SetDate">
    <vt:lpwstr>2021-04-15T16:27:40Z</vt:lpwstr>
  </property>
  <property fmtid="{D5CDD505-2E9C-101B-9397-08002B2CF9AE}" pid="20" name="MSIP_Label_ea60d57e-af5b-4752-ac57-3e4f28ca11dc_Method">
    <vt:lpwstr>Standard</vt:lpwstr>
  </property>
  <property fmtid="{D5CDD505-2E9C-101B-9397-08002B2CF9AE}" pid="21" name="MSIP_Label_ea60d57e-af5b-4752-ac57-3e4f28ca11dc_Name">
    <vt:lpwstr>ea60d57e-af5b-4752-ac57-3e4f28ca11dc</vt:lpwstr>
  </property>
  <property fmtid="{D5CDD505-2E9C-101B-9397-08002B2CF9AE}" pid="22" name="MSIP_Label_ea60d57e-af5b-4752-ac57-3e4f28ca11dc_SiteId">
    <vt:lpwstr>36da45f1-dd2c-4d1f-af13-5abe46b99921</vt:lpwstr>
  </property>
  <property fmtid="{D5CDD505-2E9C-101B-9397-08002B2CF9AE}" pid="23" name="MSIP_Label_ea60d57e-af5b-4752-ac57-3e4f28ca11dc_ActionId">
    <vt:lpwstr>a5bc38b9-a96d-4626-9948-dde697c5076c</vt:lpwstr>
  </property>
  <property fmtid="{D5CDD505-2E9C-101B-9397-08002B2CF9AE}" pid="24" name="MSIP_Label_ea60d57e-af5b-4752-ac57-3e4f28ca11dc_ContentBits">
    <vt:lpwstr>0</vt:lpwstr>
  </property>
</Properties>
</file>